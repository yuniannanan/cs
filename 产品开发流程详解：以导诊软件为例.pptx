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6.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32.svg" ContentType="image/svg+xml"/>
  <Override PartName="/ppt/media/image34.svg" ContentType="image/svg+xml"/>
  <Override PartName="/ppt/media/image38.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74" r:id="rId17"/>
    <p:sldId id="276" r:id="rId18"/>
    <p:sldId id="275"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1"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31"/>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关于产品开发流程的课程。在当今数字化时代，任何一个成功的软件产品，都经历了一套严谨而复杂的开发流程。本课程将以“智慧导诊软件”为案例，带领大家一步步探索一个产品从构想到现实的完整生命周期。让我们一起开启这段旅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将分为三个部分。首先，我们会概述产品开发的经典与现代流程模型。接着，我们将通过一个完整的“智慧导诊软件”案例，深入剖析从市场需求到产品上线的每一个环节。最后，我们会总结产品开发的核心要素。希望通过这次学习，大家能对产品开发有一个全面而深入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现在，我们进入第一部分，了解产品开发流程的基本理论。我们将从经典的瀑布模型和V模型开始，然后过渡到现代流行的敏捷开发方法。理解这些基础模型，是掌握现代产品开发实践的关键。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首先我们来看瀑布模型。顾名思义，它就像瀑布一样，从上到下，线性流动。开发过程被严格划分为需求、设计、编码、测试等几个阶段，每个阶段完成后才能进入下一个。</a:t>
            </a:r>
            <a:endParaRPr lang="en-US" sz="1400" b="0" i="0" u="none" strike="noStrike">
              <a:solidFill>
                <a:srgbClr val="000000"/>
              </a:solidFill>
            </a:endParaRPr>
          </a:p>
          <a:p>
            <a:pPr indent="0" algn="l">
              <a:lnSpc>
                <a:spcPct val="100000"/>
              </a:lnSpc>
            </a:pPr>
            <a:r>
              <a:rPr lang="en-US" sz="1400" b="0" i="0" u="none" strike="noStrike">
                <a:solidFill>
                  <a:srgbClr val="000000"/>
                </a:solidFill>
              </a:rPr>
              <a:t>这种模型的优点是流程清晰，管理简单，非常适合需求明确且稳定的项目。但它的缺点也很明显，就是不够灵活，一旦需求在后期发生变化，修改成本会非常高。同时，由于测试工作集中在后期，导致很多问题被发现时已经造成了较大的沉没成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瀑布模型测试滞后的问题，V模型被提出。它就像一个V字，左边是开发过程，右边是测试过程，左右一一对应。比如，做需求分析时，就要开始设计验收测试用例；做系统设计时，就要设计系统测试用例。这样做的好处是“尽早测试”，能在开发早期就发现问题，大大降低后期修复的成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然而，在当今快速变化的市场中，需求往往是不确定的。这时，敏捷开发就显示出了它的优势。</a:t>
            </a:r>
            <a:endParaRPr lang="en-US" sz="1400" b="0" i="0" u="none" strike="noStrike">
              <a:solidFill>
                <a:srgbClr val="000000"/>
              </a:solidFill>
            </a:endParaRPr>
          </a:p>
          <a:p>
            <a:pPr indent="0" algn="l">
              <a:lnSpc>
                <a:spcPct val="100000"/>
              </a:lnSpc>
            </a:pPr>
            <a:r>
              <a:rPr lang="en-US" sz="1400" b="0" i="0" u="none" strike="noStrike">
                <a:solidFill>
                  <a:srgbClr val="000000"/>
                </a:solidFill>
              </a:rPr>
              <a:t>敏捷宣言强调“个体和互动”、“可工作的软件”、“客户协作”和“响应变化”。这不仅仅是口号，而是我们工作方式的转变。</a:t>
            </a:r>
            <a:endParaRPr lang="en-US" sz="1400" b="0" i="0" u="none" strike="noStrike">
              <a:solidFill>
                <a:srgbClr val="000000"/>
              </a:solidFill>
            </a:endParaRPr>
          </a:p>
          <a:p>
            <a:pPr indent="0" algn="l">
              <a:lnSpc>
                <a:spcPct val="100000"/>
              </a:lnSpc>
            </a:pPr>
            <a:r>
              <a:rPr lang="en-US" sz="1400" b="0" i="0" u="none" strike="noStrike">
                <a:solidFill>
                  <a:srgbClr val="000000"/>
                </a:solidFill>
              </a:rPr>
              <a:t>Scrum是敏捷开发最流行的框架之一，它通过短周期的迭代，也就是“Sprint”，来快速交付可用的软件，并根据反馈不断调整。这让我们能够在持续变化的环境中，依然保持高效的产出。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Scrum框架有三个核心角色：产品负责人、Scrum Master和开发团队。他们通过四个关键会议——计划会、每日站会、评审会和回顾会——来驱动开发过程。整个过程围绕着产品待办列表、冲刺待办列表和产品增量这三个核心工件展开，形成一个持续迭代、不断优化的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在产品开发中，有两份至关重要的文档：MRD和PRD。</a:t>
            </a:r>
            <a:endParaRPr lang="en-US" sz="1400" b="0" i="0" u="none" strike="noStrike">
              <a:solidFill>
                <a:srgbClr val="000000"/>
              </a:solidFill>
            </a:endParaRPr>
          </a:p>
          <a:p>
            <a:pPr indent="0" algn="l">
              <a:lnSpc>
                <a:spcPct val="100000"/>
              </a:lnSpc>
            </a:pPr>
            <a:r>
              <a:rPr lang="en-US" sz="1400" b="0" i="0" u="none" strike="noStrike">
                <a:solidFill>
                  <a:srgbClr val="000000"/>
                </a:solidFill>
              </a:rPr>
              <a:t>MRD，也就是市场需求文档，它关注的核心是“为什么做”。我们在MRD中分析市场机会、用户痛点和竞争格局，目的是论证这个产品的商业价值，回答“这个产品值得做吗？”这个问题。</a:t>
            </a:r>
            <a:endParaRPr lang="en-US" sz="1400" b="0" i="0" u="none" strike="noStrike">
              <a:solidFill>
                <a:srgbClr val="000000"/>
              </a:solidFill>
            </a:endParaRPr>
          </a:p>
          <a:p>
            <a:pPr indent="0" algn="l">
              <a:lnSpc>
                <a:spcPct val="100000"/>
              </a:lnSpc>
            </a:pPr>
            <a:r>
              <a:rPr lang="en-US" sz="1400" b="0" i="0" u="none" strike="noStrike">
                <a:solidFill>
                  <a:srgbClr val="000000"/>
                </a:solidFill>
              </a:rPr>
              <a:t>而PRD，即产品需求文档，它关注的是“做什么”和“怎么做”。PRD会详细描述产品的功能、流程和规则，它是设计、开发和测试团队的工作指南，回答“我们具体要如何构建这个产品？”。</a:t>
            </a:r>
            <a:endParaRPr lang="en-US" sz="1400" b="0" i="0" u="none" strike="noStrike">
              <a:solidFill>
                <a:srgbClr val="000000"/>
              </a:solidFill>
            </a:endParaRPr>
          </a:p>
          <a:p>
            <a:pPr indent="0" algn="l">
              <a:lnSpc>
                <a:spcPct val="100000"/>
              </a:lnSpc>
            </a:pPr>
            <a:r>
              <a:rPr lang="en-US" sz="1400" b="0" i="0" u="none" strike="noStrike">
                <a:solidFill>
                  <a:srgbClr val="000000"/>
                </a:solidFill>
              </a:rPr>
              <a:t>简单来说，MRD为我们指明了方向和目标，而PRD则规划了具体的落地路径。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理论部分就到这里。接下来，我们将进入第二部分，通过一个“智慧导诊软件”的案例，将前面学到的理论知识应用到实际开发过程中，看看一个产品是如何从一个想法变成现实的。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首先是MRD阶段。我们分析市场，发现智慧医疗市场正在高速增长，预计2025年将达到300亿规模。同时，我们调研用户，发现患者普遍面临挂号排队久、科室选择难、院内导航难等痛点。</a:t>
            </a:r>
            <a:endParaRPr lang="en-US" sz="1400" b="0" i="0" u="none" strike="noStrike">
              <a:solidFill>
                <a:srgbClr val="000000"/>
              </a:solidFill>
            </a:endParaRPr>
          </a:p>
          <a:p>
            <a:pPr indent="0" algn="l">
              <a:lnSpc>
                <a:spcPct val="100000"/>
              </a:lnSpc>
            </a:pPr>
            <a:r>
              <a:rPr lang="en-US" sz="1400" b="0" i="0" u="none" strike="noStrike">
                <a:solidFill>
                  <a:srgbClr val="000000"/>
                </a:solidFill>
              </a:rPr>
              <a:t>这些痛点和市场机会，正是我们开发导诊软件的出发点。我们的核心机会点在于打造一款一体化的APP，深度整合智能分诊、AR导航、预约挂号和信息查询四大功能，全方位解决用户在就医过程中的核心痛点。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PRD阶段，我们将用户痛点转化为具体的产品功能。我们设计了四大核心模块：智能分诊、院内导航、预约挂号和信息查询。同时，我们还定义了非功能性需求，比如性能要快、安全性要高、兼容性要好，这些都是保证用户体验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PRD，架构师和工程师就可以开始进行系统设计了。我们采用了“云-边-端”的混合架构，以兼顾性能和实时性。在核心算法上，我们使用了先进的自然语言处理模型和医疗知识图谱来保证分诊的准确性。同时，数据安全和隐私保护是设计的重中之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总结一下产品开发的几个核心要素。首先，要始终以用户为中心。其次，要坚持数据驱动决策。第三，高效的跨团队协作至关重要。第四，要拥抱变化，持续迭代。最后，质量是产品的生命线。希望这些原则能帮助大家在未来的学习和工作中取得成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我的分享到此结束，感谢大家的聆听。现在是问答环节，大家有任何问题都可以提出来，我们一起交流探讨。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notesSlide" Target="../notesSlides/notesSlide2.xml"/><Relationship Id="rId17" Type="http://schemas.openxmlformats.org/officeDocument/2006/relationships/slideLayout" Target="../slideLayouts/slideLayout12.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jpeg"/><Relationship Id="rId14" Type="http://schemas.openxmlformats.org/officeDocument/2006/relationships/notesSlide" Target="../notesSlides/notesSlide4.xml"/><Relationship Id="rId13" Type="http://schemas.openxmlformats.org/officeDocument/2006/relationships/slideLayout" Target="../slideLayouts/slideLayout12.xml"/><Relationship Id="rId12" Type="http://schemas.openxmlformats.org/officeDocument/2006/relationships/image" Target="../media/image13.svg"/><Relationship Id="rId11" Type="http://schemas.openxmlformats.org/officeDocument/2006/relationships/image" Target="../media/image12.png"/><Relationship Id="rId10" Type="http://schemas.openxmlformats.org/officeDocument/2006/relationships/image" Target="../media/image11.sv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6.jpeg"/><Relationship Id="rId7" Type="http://schemas.openxmlformats.org/officeDocument/2006/relationships/image" Target="../media/image25.svg"/><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21.svg"/><Relationship Id="rId2" Type="http://schemas.openxmlformats.org/officeDocument/2006/relationships/image" Target="../media/image20.png"/><Relationship Id="rId10" Type="http://schemas.openxmlformats.org/officeDocument/2006/relationships/notesSlide" Target="../notesSlides/notesSlide7.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image" Target="../media/image27.jpeg"/><Relationship Id="rId3" Type="http://schemas.openxmlformats.org/officeDocument/2006/relationships/tags" Target="../tags/tag17.xml"/><Relationship Id="rId2" Type="http://schemas.openxmlformats.org/officeDocument/2006/relationships/tags" Target="../tags/tag16.xml"/><Relationship Id="rId17" Type="http://schemas.openxmlformats.org/officeDocument/2006/relationships/notesSlide" Target="../notesSlides/notesSlide8.xml"/><Relationship Id="rId16" Type="http://schemas.openxmlformats.org/officeDocument/2006/relationships/slideLayout" Target="../slideLayouts/slideLayout12.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image" Target="../media/image28.jpeg"/><Relationship Id="rId10" Type="http://schemas.openxmlformats.org/officeDocument/2006/relationships/tags" Target="../tags/tag23.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image" Target="../media/image32.svg"/><Relationship Id="rId6" Type="http://schemas.openxmlformats.org/officeDocument/2006/relationships/image" Target="../media/image31.png"/><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image" Target="../media/image30.jpeg"/><Relationship Id="rId2" Type="http://schemas.openxmlformats.org/officeDocument/2006/relationships/image" Target="../media/image29.jpeg"/><Relationship Id="rId15" Type="http://schemas.openxmlformats.org/officeDocument/2006/relationships/notesSlide" Target="../notesSlides/notesSlide10.xml"/><Relationship Id="rId14" Type="http://schemas.openxmlformats.org/officeDocument/2006/relationships/slideLayout" Target="../slideLayouts/slideLayout12.xml"/><Relationship Id="rId13" Type="http://schemas.openxmlformats.org/officeDocument/2006/relationships/tags" Target="../tags/tag33.xml"/><Relationship Id="rId12" Type="http://schemas.openxmlformats.org/officeDocument/2006/relationships/image" Target="../media/image34.svg"/><Relationship Id="rId11" Type="http://schemas.openxmlformats.org/officeDocument/2006/relationships/image" Target="../media/image33.png"/><Relationship Id="rId10" Type="http://schemas.openxmlformats.org/officeDocument/2006/relationships/tags" Target="../tags/tag3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image" Target="../media/image38.svg"/><Relationship Id="rId6" Type="http://schemas.openxmlformats.org/officeDocument/2006/relationships/image" Target="../media/image37.png"/><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image" Target="../media/image36.jpeg"/><Relationship Id="rId20" Type="http://schemas.openxmlformats.org/officeDocument/2006/relationships/notesSlide" Target="../notesSlides/notesSlide11.xml"/><Relationship Id="rId2" Type="http://schemas.openxmlformats.org/officeDocument/2006/relationships/image" Target="../media/image35.jpeg"/><Relationship Id="rId19" Type="http://schemas.openxmlformats.org/officeDocument/2006/relationships/slideLayout" Target="../slideLayouts/slideLayout12.xml"/><Relationship Id="rId18" Type="http://schemas.openxmlformats.org/officeDocument/2006/relationships/tags" Target="../tags/tag42.xml"/><Relationship Id="rId17" Type="http://schemas.openxmlformats.org/officeDocument/2006/relationships/image" Target="../media/image41.svg"/><Relationship Id="rId16" Type="http://schemas.openxmlformats.org/officeDocument/2006/relationships/image" Target="../media/image40.png"/><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image" Target="../media/image34.svg"/><Relationship Id="rId12" Type="http://schemas.openxmlformats.org/officeDocument/2006/relationships/image" Target="../media/image39.png"/><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image" Target="../media/image49.svg"/><Relationship Id="rId8" Type="http://schemas.openxmlformats.org/officeDocument/2006/relationships/image" Target="../media/image48.png"/><Relationship Id="rId7" Type="http://schemas.openxmlformats.org/officeDocument/2006/relationships/image" Target="../media/image47.svg"/><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png"/><Relationship Id="rId3" Type="http://schemas.openxmlformats.org/officeDocument/2006/relationships/image" Target="../media/image43.svg"/><Relationship Id="rId2" Type="http://schemas.openxmlformats.org/officeDocument/2006/relationships/image" Target="../media/image42.png"/><Relationship Id="rId13" Type="http://schemas.openxmlformats.org/officeDocument/2006/relationships/notesSlide" Target="../notesSlides/notesSlide13.xml"/><Relationship Id="rId12" Type="http://schemas.openxmlformats.org/officeDocument/2006/relationships/slideLayout" Target="../slideLayouts/slideLayout12.xml"/><Relationship Id="rId11" Type="http://schemas.openxmlformats.org/officeDocument/2006/relationships/image" Target="../media/image51.svg"/><Relationship Id="rId10" Type="http://schemas.openxmlformats.org/officeDocument/2006/relationships/image" Target="../media/image50.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5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032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产品开发流程详解</a:t>
            </a:r>
            <a:endParaRPr lang="en-US" sz="1100"/>
          </a:p>
        </p:txBody>
      </p:sp>
      <p:sp>
        <p:nvSpPr>
          <p:cNvPr id="4" name="AutoShape 4"/>
          <p:cNvSpPr/>
          <p:nvPr/>
        </p:nvSpPr>
        <p:spPr>
          <a:xfrm>
            <a:off x="0" y="3175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以智慧导诊软件为例</a:t>
            </a:r>
            <a:endParaRPr lang="en-US" sz="3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5588000" y="4191000"/>
            <a:ext cx="1016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4699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主讲人：[</a:t>
            </a:r>
            <a:r>
              <a:rPr lang="zh-CN" alt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杨志伟</a:t>
            </a:r>
            <a:r>
              <a:rPr 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0" y="5334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2026年4月</a:t>
            </a:r>
            <a:endParaRPr lang="en-US" sz="2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课程目录</a:t>
            </a:r>
            <a:endParaRPr lang="en-US" sz="1100"/>
          </a:p>
        </p:txBody>
      </p:sp>
      <p:sp>
        <p:nvSpPr>
          <p:cNvPr id="4" name="AutoShape 4"/>
          <p:cNvSpPr/>
          <p:nvPr/>
        </p:nvSpPr>
        <p:spPr>
          <a:xfrm>
            <a:off x="762000" y="1143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spc="300">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5" name="AutoShape 5"/>
          <p:cNvSpPr/>
          <p:nvPr>
            <p:custDataLst>
              <p:tags r:id="rId2"/>
            </p:custDataLst>
          </p:nvPr>
        </p:nvSpPr>
        <p:spPr>
          <a:xfrm>
            <a:off x="321945" y="1906898"/>
            <a:ext cx="3921318" cy="4639971"/>
          </a:xfrm>
          <a:prstGeom prst="roundRect">
            <a:avLst>
              <a:gd name="adj" fmla="val 4615"/>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sz="1800"/>
          </a:p>
        </p:txBody>
      </p:sp>
      <p:sp>
        <p:nvSpPr>
          <p:cNvPr id="6" name="AutoShape 6"/>
          <p:cNvSpPr/>
          <p:nvPr>
            <p:custDataLst>
              <p:tags r:id="rId3"/>
            </p:custDataLst>
          </p:nvPr>
        </p:nvSpPr>
        <p:spPr>
          <a:xfrm>
            <a:off x="1049249" y="2033328"/>
            <a:ext cx="2927846" cy="106467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7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7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4"/>
            </p:custDataLst>
          </p:nvPr>
        </p:nvSpPr>
        <p:spPr>
          <a:xfrm>
            <a:off x="1049249" y="3503905"/>
            <a:ext cx="2927846" cy="39925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产品开发流程概述</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custDataLst>
              <p:tags r:id="rId5"/>
            </p:custDataLst>
          </p:nvPr>
        </p:nvCxnSpPr>
        <p:spPr>
          <a:xfrm rot="-15626">
            <a:off x="1049263" y="4162671"/>
            <a:ext cx="2927846" cy="13308"/>
          </a:xfrm>
          <a:prstGeom prst="straightConnector1">
            <a:avLst/>
          </a:prstGeom>
          <a:solidFill>
            <a:srgbClr val="DEE0E3">
              <a:alpha val="100000"/>
            </a:srgbClr>
          </a:solidFill>
          <a:ln w="25400" cap="flat" cmpd="sng">
            <a:solidFill>
              <a:srgbClr val="4FD1C5">
                <a:alpha val="60000"/>
              </a:srgbClr>
            </a:solidFill>
            <a:prstDash val="solid"/>
            <a:round/>
            <a:headEnd type="none" w="lg" len="lg"/>
            <a:tailEnd type="none" w="lg" len="lg"/>
          </a:ln>
        </p:spPr>
      </p:cxnSp>
      <p:sp>
        <p:nvSpPr>
          <p:cNvPr id="9" name="AutoShape 9"/>
          <p:cNvSpPr/>
          <p:nvPr>
            <p:custDataLst>
              <p:tags r:id="rId6"/>
            </p:custDataLst>
          </p:nvPr>
        </p:nvSpPr>
        <p:spPr>
          <a:xfrm>
            <a:off x="856942" y="4435493"/>
            <a:ext cx="3386320" cy="1752715"/>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经典开发模型：瀑布模型与V模型</a:t>
            </a:r>
            <a:endParaRPr lang="en-US" sz="1600"/>
          </a:p>
          <a:p>
            <a:pPr indent="0" algn="l">
              <a:lnSpc>
                <a:spcPct val="133000"/>
              </a:lnSpc>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现代开发方法：敏捷开发与Scrum框架</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核心交付文档：MRD与PRD</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7"/>
            </p:custDataLst>
          </p:nvPr>
        </p:nvSpPr>
        <p:spPr>
          <a:xfrm>
            <a:off x="4642514" y="1906898"/>
            <a:ext cx="3460182" cy="4524853"/>
          </a:xfrm>
          <a:prstGeom prst="roundRect">
            <a:avLst>
              <a:gd name="adj" fmla="val 4615"/>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sz="1800"/>
          </a:p>
        </p:txBody>
      </p:sp>
      <p:sp>
        <p:nvSpPr>
          <p:cNvPr id="11" name="AutoShape 11"/>
          <p:cNvSpPr/>
          <p:nvPr>
            <p:custDataLst>
              <p:tags r:id="rId8"/>
            </p:custDataLst>
          </p:nvPr>
        </p:nvSpPr>
        <p:spPr>
          <a:xfrm>
            <a:off x="4908682" y="2033328"/>
            <a:ext cx="2927846" cy="106467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7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7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9"/>
            </p:custDataLst>
          </p:nvPr>
        </p:nvSpPr>
        <p:spPr>
          <a:xfrm>
            <a:off x="4908682" y="3503905"/>
            <a:ext cx="2927846" cy="39925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案例分析：导诊软件的诞生</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custDataLst>
              <p:tags r:id="rId10"/>
            </p:custDataLst>
          </p:nvPr>
        </p:nvCxnSpPr>
        <p:spPr>
          <a:xfrm rot="-15626">
            <a:off x="4908697" y="4162671"/>
            <a:ext cx="2927846" cy="13308"/>
          </a:xfrm>
          <a:prstGeom prst="straightConnector1">
            <a:avLst/>
          </a:prstGeom>
          <a:solidFill>
            <a:srgbClr val="DEE0E3">
              <a:alpha val="100000"/>
            </a:srgbClr>
          </a:solidFill>
          <a:ln w="25400" cap="flat" cmpd="sng">
            <a:solidFill>
              <a:srgbClr val="4FD1C5">
                <a:alpha val="60000"/>
              </a:srgbClr>
            </a:solidFill>
            <a:prstDash val="solid"/>
            <a:round/>
            <a:headEnd type="none" w="lg" len="lg"/>
            <a:tailEnd type="none" w="lg" len="lg"/>
          </a:ln>
        </p:spPr>
      </p:cxnSp>
      <p:sp>
        <p:nvSpPr>
          <p:cNvPr id="14" name="AutoShape 14"/>
          <p:cNvSpPr/>
          <p:nvPr>
            <p:custDataLst>
              <p:tags r:id="rId11"/>
            </p:custDataLst>
          </p:nvPr>
        </p:nvSpPr>
        <p:spPr>
          <a:xfrm>
            <a:off x="4775598" y="4458117"/>
            <a:ext cx="3204661" cy="174606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市场需求分析与 MRD 撰写</a:t>
            </a:r>
            <a:endParaRPr lang="en-US" sz="1600"/>
          </a:p>
          <a:p>
            <a:pPr indent="0" algn="l">
              <a:lnSpc>
                <a:spcPct val="125000"/>
              </a:lnSpc>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产品功能定义与 PRD 输出</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系统设计、敏捷开发与测试流程</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产品上市发布与生命周期管理</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2"/>
            </p:custDataLst>
          </p:nvPr>
        </p:nvSpPr>
        <p:spPr>
          <a:xfrm>
            <a:off x="8501948" y="1906898"/>
            <a:ext cx="3460182" cy="4524853"/>
          </a:xfrm>
          <a:prstGeom prst="roundRect">
            <a:avLst>
              <a:gd name="adj" fmla="val 4615"/>
            </a:avLst>
          </a:prstGeom>
          <a:solidFill>
            <a:srgbClr val="FFFFFF">
              <a:alpha val="95000"/>
            </a:srgbClr>
          </a:solidFill>
          <a:ln w="25400" cap="flat" cmpd="sng">
            <a:noFill/>
            <a:prstDash val="solid"/>
            <a:round/>
          </a:ln>
          <a:effectLst>
            <a:outerShdw blurRad="254000" dist="50800" dir="5400000" algn="tl" rotWithShape="0">
              <a:srgbClr val="000000">
                <a:alpha val="8000"/>
              </a:srgbClr>
            </a:outerShdw>
          </a:effectLst>
        </p:spPr>
        <p:txBody>
          <a:bodyPr vert="horz" wrap="square" lIns="63500" tIns="63500" rIns="63500" bIns="63500" rtlCol="0" anchor="ctr"/>
          <a:lstStyle/>
          <a:p>
            <a:pPr algn="ctr">
              <a:defRPr/>
            </a:pPr>
            <a:endParaRPr sz="1800"/>
          </a:p>
        </p:txBody>
      </p:sp>
      <p:sp>
        <p:nvSpPr>
          <p:cNvPr id="16" name="AutoShape 16"/>
          <p:cNvSpPr/>
          <p:nvPr>
            <p:custDataLst>
              <p:tags r:id="rId13"/>
            </p:custDataLst>
          </p:nvPr>
        </p:nvSpPr>
        <p:spPr>
          <a:xfrm>
            <a:off x="8768116" y="2104528"/>
            <a:ext cx="2927846" cy="106467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7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7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4"/>
            </p:custDataLst>
          </p:nvPr>
        </p:nvSpPr>
        <p:spPr>
          <a:xfrm>
            <a:off x="8768116" y="3503905"/>
            <a:ext cx="2927846" cy="399252"/>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8" name="Connector 18"/>
          <p:cNvCxnSpPr/>
          <p:nvPr>
            <p:custDataLst>
              <p:tags r:id="rId15"/>
            </p:custDataLst>
          </p:nvPr>
        </p:nvCxnSpPr>
        <p:spPr>
          <a:xfrm rot="-15626">
            <a:off x="8768131" y="4162671"/>
            <a:ext cx="2927846" cy="13308"/>
          </a:xfrm>
          <a:prstGeom prst="straightConnector1">
            <a:avLst/>
          </a:prstGeom>
          <a:solidFill>
            <a:srgbClr val="DEE0E3">
              <a:alpha val="100000"/>
            </a:srgbClr>
          </a:solidFill>
          <a:ln w="25400" cap="flat" cmpd="sng">
            <a:solidFill>
              <a:srgbClr val="4FD1C5">
                <a:alpha val="60000"/>
              </a:srgbClr>
            </a:solidFill>
            <a:prstDash val="solid"/>
            <a:round/>
            <a:headEnd type="none" w="lg" len="lg"/>
            <a:tailEnd type="none" w="lg" len="lg"/>
          </a:ln>
        </p:spPr>
      </p:cxnSp>
      <p:sp>
        <p:nvSpPr>
          <p:cNvPr id="19" name="AutoShape 19"/>
          <p:cNvSpPr/>
          <p:nvPr>
            <p:custDataLst>
              <p:tags r:id="rId16"/>
            </p:custDataLst>
          </p:nvPr>
        </p:nvSpPr>
        <p:spPr>
          <a:xfrm>
            <a:off x="8633701" y="4552451"/>
            <a:ext cx="3235270" cy="1558413"/>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回顾产品开发全链路核心要素</a:t>
            </a:r>
            <a:endParaRPr lang="en-US" sz="1600"/>
          </a:p>
          <a:p>
            <a:pPr indent="0" algn="l">
              <a:lnSpc>
                <a:spcPct val="133000"/>
              </a:lnSpc>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未来产品迭代的思考与规划</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关键能力提升与职业发展建议</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01</a:t>
            </a:r>
            <a:endParaRPr lang="en-US" sz="1100"/>
          </a:p>
        </p:txBody>
      </p:sp>
      <p:sp>
        <p:nvSpPr>
          <p:cNvPr id="4" name="AutoShape 4"/>
          <p:cNvSpPr/>
          <p:nvPr/>
        </p:nvSpPr>
        <p:spPr>
          <a:xfrm>
            <a:off x="0" y="3429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FUNDAMENTALS OF DEVELOPMENT</a:t>
            </a:r>
            <a:endParaRPr lang="en-US" sz="1100"/>
          </a:p>
        </p:txBody>
      </p:sp>
      <p:sp>
        <p:nvSpPr>
          <p:cNvPr id="5" name="AutoShape 5"/>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产品开发流程概述</a:t>
            </a:r>
            <a:endParaRPr lang="en-US" sz="1100"/>
          </a:p>
        </p:txBody>
      </p:sp>
      <p:sp>
        <p:nvSpPr>
          <p:cNvPr id="6" name="AutoShape 6"/>
          <p:cNvSpPr/>
          <p:nvPr/>
        </p:nvSpPr>
        <p:spPr>
          <a:xfrm>
            <a:off x="5588000" y="5334000"/>
            <a:ext cx="1016000" cy="76200"/>
          </a:xfrm>
          <a:prstGeom prst="roundRect">
            <a:avLst>
              <a:gd name="adj" fmla="val 5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经典开发模型：瀑布模型 (Waterfall Model)</a:t>
            </a:r>
            <a:endParaRPr lang="en-US" sz="1100"/>
          </a:p>
        </p:txBody>
      </p:sp>
      <p:sp>
        <p:nvSpPr>
          <p:cNvPr id="4" name="AutoShape 4"/>
          <p:cNvSpPr/>
          <p:nvPr/>
        </p:nvSpPr>
        <p:spPr>
          <a:xfrm>
            <a:off x="201930" y="1397000"/>
            <a:ext cx="4318000" cy="4953000"/>
          </a:xfrm>
          <a:prstGeom prst="roundRect">
            <a:avLst>
              <a:gd name="adj" fmla="val 4705"/>
            </a:avLst>
          </a:prstGeom>
          <a:solidFill>
            <a:srgbClr val="FFFFFF">
              <a:alpha val="90000"/>
            </a:srgbClr>
          </a:solidFill>
          <a:ln w="25400" cap="flat" cmpd="sng">
            <a:noFill/>
            <a:prstDash val="solid"/>
            <a:round/>
          </a:ln>
          <a:effectLst>
            <a:outerShdw blurRad="254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11385" r="11385"/>
          <a:stretch>
            <a:fillRect/>
          </a:stretch>
        </p:blipFill>
        <p:spPr>
          <a:xfrm>
            <a:off x="455930" y="1651000"/>
            <a:ext cx="3918585" cy="4572000"/>
          </a:xfrm>
          <a:prstGeom prst="rect">
            <a:avLst/>
          </a:prstGeom>
          <a:noFill/>
          <a:ln w="25400" cap="flat" cmpd="sng">
            <a:noFill/>
            <a:prstDash val="solid"/>
            <a:round/>
          </a:ln>
        </p:spPr>
      </p:pic>
      <p:sp>
        <p:nvSpPr>
          <p:cNvPr id="6" name="AutoShape 6"/>
          <p:cNvSpPr/>
          <p:nvPr/>
        </p:nvSpPr>
        <p:spPr>
          <a:xfrm>
            <a:off x="4764405" y="1365250"/>
            <a:ext cx="7004050" cy="2228850"/>
          </a:xfrm>
          <a:prstGeom prst="roundRect">
            <a:avLst>
              <a:gd name="adj" fmla="val 9230"/>
            </a:avLst>
          </a:prstGeom>
          <a:solidFill>
            <a:srgbClr val="FFFFFF">
              <a:alpha val="95000"/>
            </a:srgbClr>
          </a:solidFill>
          <a:ln w="25400" cap="flat" cmpd="sng">
            <a:noFill/>
            <a:prstDash val="solid"/>
            <a:round/>
          </a:ln>
          <a:effectLst>
            <a:outerShdw blurRad="190500" dist="25400" dir="5400000" algn="tl" rotWithShape="0">
              <a:srgbClr val="000000">
                <a:alpha val="6000"/>
              </a:srgbClr>
            </a:outerShdw>
          </a:effectLst>
        </p:spPr>
        <p:txBody>
          <a:bodyPr vert="horz" wrap="square" lIns="63500" tIns="63500" rIns="63500" bIns="63500" rtlCol="0" anchor="ctr"/>
          <a:lstStyle/>
          <a:p>
            <a:pPr algn="ctr">
              <a:defRPr/>
            </a:pPr>
            <a:endParaRPr sz="2000"/>
          </a:p>
        </p:txBody>
      </p:sp>
      <p:sp>
        <p:nvSpPr>
          <p:cNvPr id="7" name="AutoShape 7"/>
          <p:cNvSpPr/>
          <p:nvPr/>
        </p:nvSpPr>
        <p:spPr>
          <a:xfrm>
            <a:off x="4764405" y="1555750"/>
            <a:ext cx="78740" cy="1714500"/>
          </a:xfrm>
          <a:prstGeom prst="roundRect">
            <a:avLst>
              <a:gd name="adj" fmla="val 5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2000"/>
          </a:p>
        </p:txBody>
      </p:sp>
      <p:sp>
        <p:nvSpPr>
          <p:cNvPr id="8" name="AutoShape 8"/>
          <p:cNvSpPr/>
          <p:nvPr/>
        </p:nvSpPr>
        <p:spPr>
          <a:xfrm>
            <a:off x="5018405" y="1492250"/>
            <a:ext cx="6420485" cy="411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核心阶段划分 (6 Steps)</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018405" y="1873250"/>
            <a:ext cx="3063875" cy="120015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01.需求 • 02.设计 • 03.编码</a:t>
            </a:r>
            <a:endParaRPr lang="en-US" sz="1600"/>
          </a:p>
          <a:p>
            <a:pPr indent="0" algn="l">
              <a:lnSpc>
                <a:spcPct val="108000"/>
              </a:lnSpc>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明确规格 → 架构设计 → 代码实现</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8082280" y="1858645"/>
            <a:ext cx="3063875" cy="120015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04.测试 • 05.部署 • 06.维护</a:t>
            </a:r>
            <a:endParaRPr lang="en-US" sz="1600"/>
          </a:p>
          <a:p>
            <a:pPr indent="0" algn="l">
              <a:lnSpc>
                <a:spcPct val="108000"/>
              </a:lnSpc>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缺陷修复 → 交付上线 → 持续优化</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764405" y="3143250"/>
            <a:ext cx="7004050" cy="1714500"/>
          </a:xfrm>
          <a:prstGeom prst="roundRect">
            <a:avLst>
              <a:gd name="adj" fmla="val 12000"/>
            </a:avLst>
          </a:prstGeom>
          <a:solidFill>
            <a:srgbClr val="FFFFFF">
              <a:alpha val="95000"/>
            </a:srgbClr>
          </a:solidFill>
          <a:ln w="25400" cap="flat" cmpd="sng">
            <a:noFill/>
            <a:prstDash val="solid"/>
            <a:round/>
          </a:ln>
          <a:effectLst>
            <a:outerShdw blurRad="190500" dist="25400" dir="5400000" algn="tl" rotWithShape="0">
              <a:srgbClr val="000000">
                <a:alpha val="6000"/>
              </a:srgbClr>
            </a:outerShdw>
          </a:effectLst>
        </p:spPr>
        <p:txBody>
          <a:bodyPr vert="horz" wrap="square" lIns="63500" tIns="63500" rIns="63500" bIns="63500" rtlCol="0" anchor="ctr"/>
          <a:lstStyle/>
          <a:p>
            <a:pPr algn="ctr">
              <a:defRPr/>
            </a:pPr>
            <a:endParaRPr sz="2000"/>
          </a:p>
        </p:txBody>
      </p:sp>
      <p:sp>
        <p:nvSpPr>
          <p:cNvPr id="12" name="AutoShape 12"/>
          <p:cNvSpPr/>
          <p:nvPr/>
        </p:nvSpPr>
        <p:spPr>
          <a:xfrm>
            <a:off x="4764405" y="3333750"/>
            <a:ext cx="78740" cy="1200150"/>
          </a:xfrm>
          <a:prstGeom prst="roundRect">
            <a:avLst>
              <a:gd name="adj" fmla="val 5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2000"/>
          </a:p>
        </p:txBody>
      </p:sp>
      <p:sp>
        <p:nvSpPr>
          <p:cNvPr id="13" name="AutoShape 13"/>
          <p:cNvSpPr/>
          <p:nvPr/>
        </p:nvSpPr>
        <p:spPr>
          <a:xfrm>
            <a:off x="5018405" y="3270250"/>
            <a:ext cx="6420485" cy="411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核心特点 (Characteristics)</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18405" y="3651250"/>
            <a:ext cx="342900" cy="342900"/>
          </a:xfrm>
          <a:prstGeom prst="rect">
            <a:avLst/>
          </a:prstGeom>
        </p:spPr>
      </p:pic>
      <p:sp>
        <p:nvSpPr>
          <p:cNvPr id="15" name="AutoShape 15"/>
          <p:cNvSpPr/>
          <p:nvPr/>
        </p:nvSpPr>
        <p:spPr>
          <a:xfrm>
            <a:off x="5399405" y="3651250"/>
            <a:ext cx="1604010" cy="68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B5A"/>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线性顺序</a:t>
            </a:r>
            <a:br>
              <a:rPr lang="en-US" sz="2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不可逆转的流向</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23405" y="3651250"/>
            <a:ext cx="342900" cy="342900"/>
          </a:xfrm>
          <a:prstGeom prst="rect">
            <a:avLst/>
          </a:prstGeom>
        </p:spPr>
      </p:pic>
      <p:sp>
        <p:nvSpPr>
          <p:cNvPr id="17" name="AutoShape 17"/>
          <p:cNvSpPr/>
          <p:nvPr/>
        </p:nvSpPr>
        <p:spPr>
          <a:xfrm>
            <a:off x="7304405" y="3651250"/>
            <a:ext cx="1604010" cy="68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B5A"/>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文档驱动</a:t>
            </a:r>
            <a:br>
              <a:rPr lang="en-US" sz="2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阶段输出标准化</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1405" y="3651250"/>
            <a:ext cx="342900" cy="342900"/>
          </a:xfrm>
          <a:prstGeom prst="rect">
            <a:avLst/>
          </a:prstGeom>
        </p:spPr>
      </p:pic>
      <p:sp>
        <p:nvSpPr>
          <p:cNvPr id="19" name="AutoShape 19"/>
          <p:cNvSpPr/>
          <p:nvPr/>
        </p:nvSpPr>
        <p:spPr>
          <a:xfrm>
            <a:off x="9082405" y="3651250"/>
            <a:ext cx="1604010" cy="685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24B5A"/>
                </a:solidFill>
                <a:latin typeface="Noto Sans SC" panose="020B0200000000000000" charset="-122"/>
                <a:ea typeface="Noto Sans SC" panose="020B0200000000000000" charset="-122"/>
                <a:cs typeface="Noto Sans SC" panose="020B0200000000000000" charset="-122"/>
                <a:sym typeface="Noto Sans SC" panose="020B0200000000000000" charset="-122"/>
              </a:rPr>
              <a:t>早期冻结</a:t>
            </a:r>
            <a:br>
              <a:rPr lang="en-US" sz="2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需求后期难变更</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4764405" y="4540250"/>
            <a:ext cx="7004050" cy="2228850"/>
          </a:xfrm>
          <a:prstGeom prst="roundRect">
            <a:avLst>
              <a:gd name="adj" fmla="val 9230"/>
            </a:avLst>
          </a:prstGeom>
          <a:solidFill>
            <a:srgbClr val="FFFFFF">
              <a:alpha val="95000"/>
            </a:srgbClr>
          </a:solidFill>
          <a:ln w="25400" cap="flat" cmpd="sng">
            <a:noFill/>
            <a:prstDash val="solid"/>
            <a:round/>
          </a:ln>
          <a:effectLst>
            <a:outerShdw blurRad="190500" dist="25400" dir="5400000" algn="tl" rotWithShape="0">
              <a:srgbClr val="000000">
                <a:alpha val="6000"/>
              </a:srgbClr>
            </a:outerShdw>
          </a:effectLst>
        </p:spPr>
        <p:txBody>
          <a:bodyPr vert="horz" wrap="square" lIns="63500" tIns="63500" rIns="63500" bIns="63500" rtlCol="0" anchor="ctr"/>
          <a:lstStyle/>
          <a:p>
            <a:pPr algn="ctr">
              <a:defRPr/>
            </a:pPr>
            <a:endParaRPr sz="2000"/>
          </a:p>
        </p:txBody>
      </p:sp>
      <p:sp>
        <p:nvSpPr>
          <p:cNvPr id="21" name="AutoShape 21"/>
          <p:cNvSpPr/>
          <p:nvPr/>
        </p:nvSpPr>
        <p:spPr>
          <a:xfrm>
            <a:off x="4764405" y="4730750"/>
            <a:ext cx="78740" cy="1714500"/>
          </a:xfrm>
          <a:prstGeom prst="roundRect">
            <a:avLst>
              <a:gd name="adj" fmla="val 5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2000"/>
          </a:p>
        </p:txBody>
      </p:sp>
      <p:sp>
        <p:nvSpPr>
          <p:cNvPr id="22" name="AutoShape 22"/>
          <p:cNvSpPr/>
          <p:nvPr/>
        </p:nvSpPr>
        <p:spPr>
          <a:xfrm>
            <a:off x="5018405" y="4667250"/>
            <a:ext cx="6420485" cy="411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模型评价 (Pros &amp; Cons)</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5018405" y="5048250"/>
            <a:ext cx="3063875" cy="1371600"/>
          </a:xfrm>
          <a:prstGeom prst="roundRect">
            <a:avLst>
              <a:gd name="adj" fmla="val 10000"/>
            </a:avLst>
          </a:prstGeom>
          <a:solidFill>
            <a:srgbClr val="F0FFF4">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145405" y="5175250"/>
            <a:ext cx="411480" cy="411480"/>
          </a:xfrm>
          <a:prstGeom prst="rect">
            <a:avLst/>
          </a:prstGeom>
        </p:spPr>
      </p:pic>
      <p:sp>
        <p:nvSpPr>
          <p:cNvPr id="25" name="AutoShape 25"/>
          <p:cNvSpPr/>
          <p:nvPr/>
        </p:nvSpPr>
        <p:spPr>
          <a:xfrm>
            <a:off x="5526405" y="5175250"/>
            <a:ext cx="2334260" cy="10287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2F855A"/>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显著优势</a:t>
            </a:r>
            <a:br>
              <a:rPr lang="en-US" sz="2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流程清晰易管理，适合需求明确且稳定的传统项目。</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7812405" y="5048250"/>
            <a:ext cx="3063875" cy="1371600"/>
          </a:xfrm>
          <a:prstGeom prst="roundRect">
            <a:avLst>
              <a:gd name="adj" fmla="val 10000"/>
            </a:avLst>
          </a:prstGeom>
          <a:solidFill>
            <a:srgbClr val="FFFAF0">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27"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939405" y="5175250"/>
            <a:ext cx="411480" cy="411480"/>
          </a:xfrm>
          <a:prstGeom prst="rect">
            <a:avLst/>
          </a:prstGeom>
        </p:spPr>
      </p:pic>
      <p:sp>
        <p:nvSpPr>
          <p:cNvPr id="28" name="AutoShape 28"/>
          <p:cNvSpPr/>
          <p:nvPr/>
        </p:nvSpPr>
        <p:spPr>
          <a:xfrm>
            <a:off x="8320405" y="5175250"/>
            <a:ext cx="2334260" cy="10287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C05621"/>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主要局限</a:t>
            </a:r>
            <a:br>
              <a:rPr lang="en-US" sz="2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缺乏灵活性，需求变更成本高；测试滞后，风险发现晚。</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经典开发模型：V模型 (V-Model)</a:t>
            </a:r>
            <a:endParaRPr lang="en-US" sz="1100"/>
          </a:p>
        </p:txBody>
      </p:sp>
      <p:sp>
        <p:nvSpPr>
          <p:cNvPr id="4" name="AutoShape 4"/>
          <p:cNvSpPr/>
          <p:nvPr/>
        </p:nvSpPr>
        <p:spPr>
          <a:xfrm>
            <a:off x="762000" y="1397000"/>
            <a:ext cx="4826000" cy="2667000"/>
          </a:xfrm>
          <a:prstGeom prst="roundRect">
            <a:avLst>
              <a:gd name="adj" fmla="val 5714"/>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sz="2000"/>
          </a:p>
        </p:txBody>
      </p:sp>
      <p:pic>
        <p:nvPicPr>
          <p:cNvPr id="5" name="Picture 5"/>
          <p:cNvPicPr>
            <a:picLocks noChangeAspect="1"/>
          </p:cNvPicPr>
          <p:nvPr/>
        </p:nvPicPr>
        <p:blipFill>
          <a:blip r:embed="rId2"/>
          <a:srcRect t="9100" b="9100"/>
          <a:stretch>
            <a:fillRect/>
          </a:stretch>
        </p:blipFill>
        <p:spPr>
          <a:xfrm>
            <a:off x="667385" y="1524000"/>
            <a:ext cx="4318000" cy="2286000"/>
          </a:xfrm>
          <a:prstGeom prst="rect">
            <a:avLst/>
          </a:prstGeom>
          <a:noFill/>
          <a:ln w="25400" cap="flat" cmpd="sng">
            <a:noFill/>
            <a:prstDash val="solid"/>
            <a:round/>
          </a:ln>
        </p:spPr>
      </p:pic>
      <p:sp>
        <p:nvSpPr>
          <p:cNvPr id="6" name="AutoShape 6"/>
          <p:cNvSpPr/>
          <p:nvPr/>
        </p:nvSpPr>
        <p:spPr>
          <a:xfrm>
            <a:off x="508000" y="4191000"/>
            <a:ext cx="5080000" cy="1265555"/>
          </a:xfrm>
          <a:prstGeom prst="roundRect">
            <a:avLst>
              <a:gd name="adj" fmla="val 13333"/>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sz="2000"/>
          </a:p>
        </p:txBody>
      </p:sp>
      <p:sp>
        <p:nvSpPr>
          <p:cNvPr id="7" name="AutoShape 7"/>
          <p:cNvSpPr/>
          <p:nvPr/>
        </p:nvSpPr>
        <p:spPr>
          <a:xfrm>
            <a:off x="508000" y="4191000"/>
            <a:ext cx="80010" cy="1265555"/>
          </a:xfrm>
          <a:prstGeom prst="roundRect">
            <a:avLst>
              <a:gd name="adj" fmla="val 20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2000"/>
          </a:p>
        </p:txBody>
      </p:sp>
      <p:sp>
        <p:nvSpPr>
          <p:cNvPr id="8" name="AutoShape 8"/>
          <p:cNvSpPr/>
          <p:nvPr/>
        </p:nvSpPr>
        <p:spPr>
          <a:xfrm>
            <a:off x="667385" y="4150360"/>
            <a:ext cx="4545330" cy="42164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核心思想</a:t>
            </a:r>
            <a:endParaRPr lang="en-US" sz="2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4762500"/>
            <a:ext cx="4545330" cy="56261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左侧是开发过程的逐步细化，右侧是对应测试过程的逐步验证。每个开发阶段都有一个严格对应的测试阶段，形成闭环。</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5842000" y="1397000"/>
            <a:ext cx="6029325" cy="1023620"/>
          </a:xfrm>
          <a:prstGeom prst="roundRect">
            <a:avLst>
              <a:gd name="adj" fmla="val 17142"/>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endParaRPr sz="2000"/>
          </a:p>
        </p:txBody>
      </p:sp>
      <p:sp>
        <p:nvSpPr>
          <p:cNvPr id="11" name="AutoShape 11"/>
          <p:cNvSpPr/>
          <p:nvPr/>
        </p:nvSpPr>
        <p:spPr>
          <a:xfrm>
            <a:off x="6096000" y="1524000"/>
            <a:ext cx="5481320" cy="730885"/>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V模型是瀑布模型的变体，它打破了“先开发后测试”的局限，核心强调</a:t>
            </a: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测试与开发的对应关系</a:t>
            </a: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以及</a:t>
            </a: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“尽早测试”</a:t>
            </a: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的理念。</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5842000" y="2540000"/>
            <a:ext cx="2877820" cy="1462405"/>
          </a:xfrm>
          <a:prstGeom prst="roundRect">
            <a:avLst>
              <a:gd name="adj" fmla="val 1200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algn="ctr">
              <a:defRPr/>
            </a:pPr>
            <a:endParaRPr sz="2000"/>
          </a:p>
        </p:txBody>
      </p:sp>
      <p:sp>
        <p:nvSpPr>
          <p:cNvPr id="13" name="AutoShape 13"/>
          <p:cNvSpPr/>
          <p:nvPr/>
        </p:nvSpPr>
        <p:spPr>
          <a:xfrm>
            <a:off x="5842000" y="2540000"/>
            <a:ext cx="76200" cy="1462405"/>
          </a:xfrm>
          <a:prstGeom prst="roundRect">
            <a:avLst>
              <a:gd name="adj" fmla="val 30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2000"/>
          </a:p>
        </p:txBody>
      </p:sp>
      <p:sp>
        <p:nvSpPr>
          <p:cNvPr id="14" name="AutoShape 14"/>
          <p:cNvSpPr/>
          <p:nvPr/>
        </p:nvSpPr>
        <p:spPr>
          <a:xfrm>
            <a:off x="6096000" y="2667000"/>
            <a:ext cx="2466340" cy="36512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用户需求 ↔ 验收测试</a:t>
            </a:r>
            <a:endPar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096000" y="3048000"/>
            <a:ext cx="2466340" cy="7308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验证软件是否满足用户的真实业务需求，确保“做对的事”。</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8763000" y="2540000"/>
            <a:ext cx="2877820" cy="1462405"/>
          </a:xfrm>
          <a:prstGeom prst="roundRect">
            <a:avLst>
              <a:gd name="adj" fmla="val 1200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algn="ctr">
              <a:defRPr/>
            </a:pPr>
            <a:endParaRPr sz="2000"/>
          </a:p>
        </p:txBody>
      </p:sp>
      <p:sp>
        <p:nvSpPr>
          <p:cNvPr id="17" name="AutoShape 17"/>
          <p:cNvSpPr/>
          <p:nvPr/>
        </p:nvSpPr>
        <p:spPr>
          <a:xfrm>
            <a:off x="8763000" y="2540000"/>
            <a:ext cx="76200" cy="1462405"/>
          </a:xfrm>
          <a:prstGeom prst="roundRect">
            <a:avLst>
              <a:gd name="adj" fmla="val 30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2000"/>
          </a:p>
        </p:txBody>
      </p:sp>
      <p:sp>
        <p:nvSpPr>
          <p:cNvPr id="18" name="AutoShape 18"/>
          <p:cNvSpPr/>
          <p:nvPr/>
        </p:nvSpPr>
        <p:spPr>
          <a:xfrm>
            <a:off x="9017000" y="2667000"/>
            <a:ext cx="2466340" cy="36512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系统需求 ↔ 系统测试</a:t>
            </a:r>
            <a:endPar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9017000" y="3048000"/>
            <a:ext cx="2466340" cy="7308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验证整个系统的功能、性能、安全性等是否符合规格说明。</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5842000" y="4064000"/>
            <a:ext cx="2877820" cy="1462405"/>
          </a:xfrm>
          <a:prstGeom prst="roundRect">
            <a:avLst>
              <a:gd name="adj" fmla="val 1200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algn="ctr">
              <a:defRPr/>
            </a:pPr>
            <a:endParaRPr sz="2000"/>
          </a:p>
        </p:txBody>
      </p:sp>
      <p:sp>
        <p:nvSpPr>
          <p:cNvPr id="21" name="AutoShape 21"/>
          <p:cNvSpPr/>
          <p:nvPr/>
        </p:nvSpPr>
        <p:spPr>
          <a:xfrm>
            <a:off x="5842000" y="4064000"/>
            <a:ext cx="76200" cy="1462405"/>
          </a:xfrm>
          <a:prstGeom prst="roundRect">
            <a:avLst>
              <a:gd name="adj" fmla="val 30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2000"/>
          </a:p>
        </p:txBody>
      </p:sp>
      <p:sp>
        <p:nvSpPr>
          <p:cNvPr id="22" name="AutoShape 22"/>
          <p:cNvSpPr/>
          <p:nvPr/>
        </p:nvSpPr>
        <p:spPr>
          <a:xfrm>
            <a:off x="6096000" y="4191000"/>
            <a:ext cx="2466340" cy="36512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概要设计 ↔ 集成测试</a:t>
            </a:r>
            <a:endPar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096000" y="4572000"/>
            <a:ext cx="2466340" cy="7308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验证各个模块组合后的接口调用、数据交互逻辑是否正确。</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8763000" y="4064000"/>
            <a:ext cx="2877820" cy="1462405"/>
          </a:xfrm>
          <a:prstGeom prst="roundRect">
            <a:avLst>
              <a:gd name="adj" fmla="val 1200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algn="ctr">
              <a:defRPr/>
            </a:pPr>
            <a:endParaRPr sz="2000"/>
          </a:p>
        </p:txBody>
      </p:sp>
      <p:sp>
        <p:nvSpPr>
          <p:cNvPr id="25" name="AutoShape 25"/>
          <p:cNvSpPr/>
          <p:nvPr/>
        </p:nvSpPr>
        <p:spPr>
          <a:xfrm>
            <a:off x="8763000" y="4064000"/>
            <a:ext cx="76200" cy="1462405"/>
          </a:xfrm>
          <a:prstGeom prst="roundRect">
            <a:avLst>
              <a:gd name="adj" fmla="val 30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2000"/>
          </a:p>
        </p:txBody>
      </p:sp>
      <p:sp>
        <p:nvSpPr>
          <p:cNvPr id="26" name="AutoShape 26"/>
          <p:cNvSpPr/>
          <p:nvPr/>
        </p:nvSpPr>
        <p:spPr>
          <a:xfrm>
            <a:off x="9017000" y="4191000"/>
            <a:ext cx="2466340" cy="36512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详细设计 ↔ 单元测试</a:t>
            </a:r>
            <a:endPar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9017000" y="4572000"/>
            <a:ext cx="2466340" cy="7308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验证软件最小可测试单元（函数/类）的逻辑是否正确无误。</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468630" y="5588000"/>
            <a:ext cx="11171555" cy="1181100"/>
          </a:xfrm>
          <a:prstGeom prst="roundRect">
            <a:avLst>
              <a:gd name="adj" fmla="val 17142"/>
            </a:avLst>
          </a:prstGeom>
          <a:solidFill>
            <a:srgbClr val="4FD1C5">
              <a:alpha val="15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sz="2000"/>
          </a:p>
        </p:txBody>
      </p:sp>
      <p:pic>
        <p:nvPicPr>
          <p:cNvPr id="29" name="Picture 2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30" y="5753100"/>
            <a:ext cx="607695" cy="607695"/>
          </a:xfrm>
          <a:prstGeom prst="rect">
            <a:avLst/>
          </a:prstGeom>
        </p:spPr>
      </p:pic>
      <p:sp>
        <p:nvSpPr>
          <p:cNvPr id="30" name="AutoShape 30"/>
          <p:cNvSpPr/>
          <p:nvPr/>
        </p:nvSpPr>
        <p:spPr>
          <a:xfrm>
            <a:off x="1357630" y="5715000"/>
            <a:ext cx="9975215" cy="84391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V模型的意义：</a:t>
            </a:r>
            <a:r>
              <a:rPr lang="en-US" sz="18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测试不是编码后的“收尾工作”，而是与开发并行规划的关键活动。在需求阶段即可设计验收用例，</a:t>
            </a: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更早地发现缺陷</a:t>
            </a:r>
            <a:r>
              <a:rPr lang="en-US" sz="18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，大幅降低后期修复的成本与风险。</a:t>
            </a:r>
            <a:endParaRPr lang="en-US" sz="18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现代开发方法：敏捷开发与Scrum框架</a:t>
            </a:r>
            <a:endParaRPr lang="en-US" sz="1100"/>
          </a:p>
        </p:txBody>
      </p:sp>
      <p:sp>
        <p:nvSpPr>
          <p:cNvPr id="4" name="AutoShape 4"/>
          <p:cNvSpPr/>
          <p:nvPr/>
        </p:nvSpPr>
        <p:spPr>
          <a:xfrm>
            <a:off x="762000" y="1270000"/>
            <a:ext cx="5207000" cy="1270000"/>
          </a:xfrm>
          <a:prstGeom prst="roundRect">
            <a:avLst>
              <a:gd name="adj" fmla="val 12000"/>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397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核心思想：拥抱变化</a:t>
            </a:r>
            <a:endParaRPr lang="en-US" sz="1100"/>
          </a:p>
        </p:txBody>
      </p:sp>
      <p:sp>
        <p:nvSpPr>
          <p:cNvPr id="6" name="AutoShape 6"/>
          <p:cNvSpPr/>
          <p:nvPr/>
        </p:nvSpPr>
        <p:spPr>
          <a:xfrm>
            <a:off x="1016000" y="1778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面对快速变化的市场，传统瀑布模型难以适应。敏捷开发应运而生，它强调</a:t>
            </a: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迭代、增量、快速响应变化</a:t>
            </a: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，并致力于持续为客户交付核心价值。</a:t>
            </a:r>
            <a:endParaRPr lang="en-US" sz="1100"/>
          </a:p>
        </p:txBody>
      </p:sp>
      <p:sp>
        <p:nvSpPr>
          <p:cNvPr id="7" name="AutoShape 7"/>
          <p:cNvSpPr/>
          <p:nvPr/>
        </p:nvSpPr>
        <p:spPr>
          <a:xfrm>
            <a:off x="762000" y="2794000"/>
            <a:ext cx="5207000" cy="1778000"/>
          </a:xfrm>
          <a:prstGeom prst="roundRect">
            <a:avLst>
              <a:gd name="adj" fmla="val 8571"/>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8" name="AutoShape 8"/>
          <p:cNvSpPr/>
          <p:nvPr/>
        </p:nvSpPr>
        <p:spPr>
          <a:xfrm>
            <a:off x="1016000" y="2921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敏捷开发宣言 (Agile Manifesto)</a:t>
            </a:r>
            <a:endParaRPr lang="en-US" sz="1100"/>
          </a:p>
        </p:txBody>
      </p:sp>
      <p:sp>
        <p:nvSpPr>
          <p:cNvPr id="9" name="AutoShape 9"/>
          <p:cNvSpPr/>
          <p:nvPr/>
        </p:nvSpPr>
        <p:spPr>
          <a:xfrm>
            <a:off x="1016000" y="3365500"/>
            <a:ext cx="76200" cy="228600"/>
          </a:xfrm>
          <a:prstGeom prst="roundRect">
            <a:avLst>
              <a:gd name="adj" fmla="val 33333"/>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206500" y="33274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个体和互动</a:t>
            </a: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高于 流程和工具</a:t>
            </a:r>
            <a:endParaRPr lang="en-US" sz="1100"/>
          </a:p>
        </p:txBody>
      </p:sp>
      <p:sp>
        <p:nvSpPr>
          <p:cNvPr id="11" name="AutoShape 11"/>
          <p:cNvSpPr/>
          <p:nvPr/>
        </p:nvSpPr>
        <p:spPr>
          <a:xfrm>
            <a:off x="1016000" y="3683000"/>
            <a:ext cx="76200" cy="228600"/>
          </a:xfrm>
          <a:prstGeom prst="roundRect">
            <a:avLst>
              <a:gd name="adj" fmla="val 33333"/>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36449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可工作的软件</a:t>
            </a: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高于 详尽的文档</a:t>
            </a:r>
            <a:endParaRPr lang="en-US" sz="1100"/>
          </a:p>
        </p:txBody>
      </p:sp>
      <p:sp>
        <p:nvSpPr>
          <p:cNvPr id="13" name="AutoShape 13"/>
          <p:cNvSpPr/>
          <p:nvPr/>
        </p:nvSpPr>
        <p:spPr>
          <a:xfrm>
            <a:off x="1016000" y="4000500"/>
            <a:ext cx="76200" cy="228600"/>
          </a:xfrm>
          <a:prstGeom prst="roundRect">
            <a:avLst>
              <a:gd name="adj" fmla="val 33333"/>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206500" y="39624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客户协作</a:t>
            </a: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高于 合同谈判</a:t>
            </a:r>
            <a:endParaRPr lang="en-US" sz="1100"/>
          </a:p>
        </p:txBody>
      </p:sp>
      <p:sp>
        <p:nvSpPr>
          <p:cNvPr id="15" name="AutoShape 15"/>
          <p:cNvSpPr/>
          <p:nvPr/>
        </p:nvSpPr>
        <p:spPr>
          <a:xfrm>
            <a:off x="1016000" y="4318000"/>
            <a:ext cx="76200" cy="228600"/>
          </a:xfrm>
          <a:prstGeom prst="roundRect">
            <a:avLst>
              <a:gd name="adj" fmla="val 33333"/>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206500" y="42799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响应变化</a:t>
            </a: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高于 遵循计划</a:t>
            </a:r>
            <a:endParaRPr lang="en-US" sz="1100"/>
          </a:p>
        </p:txBody>
      </p:sp>
      <p:sp>
        <p:nvSpPr>
          <p:cNvPr id="17" name="AutoShape 17"/>
          <p:cNvSpPr/>
          <p:nvPr/>
        </p:nvSpPr>
        <p:spPr>
          <a:xfrm>
            <a:off x="762000" y="4826000"/>
            <a:ext cx="5207000" cy="1397000"/>
          </a:xfrm>
          <a:prstGeom prst="roundRect">
            <a:avLst>
              <a:gd name="adj" fmla="val 10909"/>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8" name="AutoShape 18"/>
          <p:cNvSpPr/>
          <p:nvPr/>
        </p:nvSpPr>
        <p:spPr>
          <a:xfrm>
            <a:off x="1016000" y="49530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Scrum 核心框架</a:t>
            </a:r>
            <a:endParaRPr lang="en-US" sz="1100"/>
          </a:p>
        </p:txBody>
      </p:sp>
      <p:sp>
        <p:nvSpPr>
          <p:cNvPr id="19" name="AutoShape 19"/>
          <p:cNvSpPr/>
          <p:nvPr/>
        </p:nvSpPr>
        <p:spPr>
          <a:xfrm>
            <a:off x="1016000" y="5334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Scrum是最流行的敏捷框架。它将开发过程组织成一系列固定长度的迭代（通常2-4周），称为</a:t>
            </a:r>
            <a:r>
              <a:rPr lang="en-US" sz="1200" b="1" i="0" u="none" strike="noStrike">
                <a:solidFill>
                  <a:srgbClr val="319795"/>
                </a:solidFill>
                <a:latin typeface="Noto Sans SC" panose="020B0200000000000000" charset="-122"/>
                <a:ea typeface="Noto Sans SC" panose="020B0200000000000000" charset="-122"/>
                <a:cs typeface="Noto Sans SC" panose="020B0200000000000000" charset="-122"/>
                <a:sym typeface="Noto Sans SC" panose="020B0200000000000000" charset="-122"/>
              </a:rPr>
              <a:t>Sprint (冲刺)</a:t>
            </a: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，通过高频反馈循环快速交付增量价值。</a:t>
            </a:r>
            <a:endParaRPr lang="en-US" sz="1100"/>
          </a:p>
        </p:txBody>
      </p:sp>
      <p:sp>
        <p:nvSpPr>
          <p:cNvPr id="20" name="AutoShape 20"/>
          <p:cNvSpPr/>
          <p:nvPr/>
        </p:nvSpPr>
        <p:spPr>
          <a:xfrm>
            <a:off x="6223000" y="1270000"/>
            <a:ext cx="4953000" cy="3175000"/>
          </a:xfrm>
          <a:prstGeom prst="roundRect">
            <a:avLst>
              <a:gd name="adj" fmla="val 4800"/>
            </a:avLst>
          </a:prstGeom>
          <a:solidFill>
            <a:srgbClr val="FFFFFF">
              <a:alpha val="9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srcRect l="5153" r="5153"/>
          <a:stretch>
            <a:fillRect/>
          </a:stretch>
        </p:blipFill>
        <p:spPr>
          <a:xfrm>
            <a:off x="6477000" y="1460500"/>
            <a:ext cx="4445000" cy="2794000"/>
          </a:xfrm>
          <a:prstGeom prst="roundRect">
            <a:avLst>
              <a:gd name="adj" fmla="val 3636"/>
            </a:avLst>
          </a:prstGeom>
          <a:noFill/>
          <a:ln w="25400" cap="flat" cmpd="sng">
            <a:noFill/>
            <a:prstDash val="solid"/>
            <a:round/>
          </a:ln>
        </p:spPr>
      </p:pic>
      <p:sp>
        <p:nvSpPr>
          <p:cNvPr id="22" name="AutoShape 22"/>
          <p:cNvSpPr/>
          <p:nvPr/>
        </p:nvSpPr>
        <p:spPr>
          <a:xfrm>
            <a:off x="6223000" y="4699000"/>
            <a:ext cx="4953000" cy="1524000"/>
          </a:xfrm>
          <a:prstGeom prst="roundRect">
            <a:avLst>
              <a:gd name="adj" fmla="val 10000"/>
            </a:avLst>
          </a:prstGeom>
          <a:solidFill>
            <a:srgbClr val="4FD1C5">
              <a:alpha val="15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4953000"/>
            <a:ext cx="609600" cy="609600"/>
          </a:xfrm>
          <a:prstGeom prst="rect">
            <a:avLst/>
          </a:prstGeom>
        </p:spPr>
      </p:pic>
      <p:sp>
        <p:nvSpPr>
          <p:cNvPr id="24" name="AutoShape 24"/>
          <p:cNvSpPr/>
          <p:nvPr/>
        </p:nvSpPr>
        <p:spPr>
          <a:xfrm>
            <a:off x="7239000" y="4953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核心目标：持续交付</a:t>
            </a:r>
            <a:endParaRPr lang="en-US" sz="1100"/>
          </a:p>
        </p:txBody>
      </p:sp>
      <p:sp>
        <p:nvSpPr>
          <p:cNvPr id="25" name="AutoShape 25"/>
          <p:cNvSpPr/>
          <p:nvPr/>
        </p:nvSpPr>
        <p:spPr>
          <a:xfrm>
            <a:off x="7239000" y="54610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从“计划驱动”转向“价值驱动”，在不确定性中寻找确定性，快速响应市场反馈。</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Scrum框架详解</a:t>
            </a:r>
            <a:endParaRPr lang="en-US" sz="1100"/>
          </a:p>
        </p:txBody>
      </p:sp>
      <p:sp>
        <p:nvSpPr>
          <p:cNvPr id="4" name="AutoShape 4"/>
          <p:cNvSpPr/>
          <p:nvPr/>
        </p:nvSpPr>
        <p:spPr>
          <a:xfrm>
            <a:off x="762000" y="1397000"/>
            <a:ext cx="5080000" cy="1524000"/>
          </a:xfrm>
          <a:prstGeom prst="roundRect">
            <a:avLst>
              <a:gd name="adj" fmla="val 10000"/>
            </a:avLst>
          </a:prstGeom>
          <a:solidFill>
            <a:srgbClr val="FFFFFF">
              <a:alpha val="95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587500"/>
            <a:ext cx="457200" cy="457200"/>
          </a:xfrm>
          <a:prstGeom prst="rect">
            <a:avLst/>
          </a:prstGeom>
        </p:spPr>
      </p:pic>
      <p:sp>
        <p:nvSpPr>
          <p:cNvPr id="6" name="AutoShape 6"/>
          <p:cNvSpPr/>
          <p:nvPr/>
        </p:nvSpPr>
        <p:spPr>
          <a:xfrm>
            <a:off x="1651000" y="16256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核心角色 Core Roles</a:t>
            </a:r>
            <a:endParaRPr lang="en-US" sz="1100"/>
          </a:p>
        </p:txBody>
      </p:sp>
      <p:sp>
        <p:nvSpPr>
          <p:cNvPr id="7" name="AutoShape 7"/>
          <p:cNvSpPr/>
          <p:nvPr/>
        </p:nvSpPr>
        <p:spPr>
          <a:xfrm>
            <a:off x="1016000" y="2159000"/>
            <a:ext cx="4572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PO(产品负责人):</a:t>
            </a: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代表客户利益，管理产品需求列表，最大化产品价值。</a:t>
            </a:r>
            <a:endParaRPr lang="en-US" sz="1100"/>
          </a:p>
          <a:p>
            <a:pPr indent="0" algn="l">
              <a:lnSpc>
                <a:spcPct val="108000"/>
              </a:lnSpc>
            </a:pP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Scrum Master:</a:t>
            </a: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团队的服务型领导，清除障碍，确保Scrum流程被正确执行。</a:t>
            </a:r>
            <a:endPar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开发团队:</a:t>
            </a: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跨职能、自组织的专业团队，负责高质量软件的交付。</a:t>
            </a:r>
            <a:endPar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3111500"/>
            <a:ext cx="5080000" cy="1651000"/>
          </a:xfrm>
          <a:prstGeom prst="roundRect">
            <a:avLst>
              <a:gd name="adj" fmla="val 9230"/>
            </a:avLst>
          </a:prstGeom>
          <a:solidFill>
            <a:srgbClr val="FFFFFF">
              <a:alpha val="95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302000"/>
            <a:ext cx="457200" cy="457200"/>
          </a:xfrm>
          <a:prstGeom prst="rect">
            <a:avLst/>
          </a:prstGeom>
        </p:spPr>
      </p:pic>
      <p:sp>
        <p:nvSpPr>
          <p:cNvPr id="10" name="AutoShape 10"/>
          <p:cNvSpPr/>
          <p:nvPr/>
        </p:nvSpPr>
        <p:spPr>
          <a:xfrm>
            <a:off x="1651000" y="33401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核心事件 Key Events</a:t>
            </a:r>
            <a:endParaRPr lang="en-US" sz="1100"/>
          </a:p>
        </p:txBody>
      </p:sp>
      <p:sp>
        <p:nvSpPr>
          <p:cNvPr id="11" name="AutoShape 11"/>
          <p:cNvSpPr/>
          <p:nvPr/>
        </p:nvSpPr>
        <p:spPr>
          <a:xfrm>
            <a:off x="1016000" y="3873500"/>
            <a:ext cx="4572000" cy="9525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计划会:</a:t>
            </a: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规划本次Sprint目标及要完成的任务，制定Sprint待办列表。</a:t>
            </a:r>
            <a:endParaRPr lang="en-US" sz="1100"/>
          </a:p>
          <a:p>
            <a:pPr indent="0" algn="l">
              <a:lnSpc>
                <a:spcPct val="108000"/>
              </a:lnSpc>
            </a:pP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每日站会:</a:t>
            </a: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每日15分钟同步进度，识别风险，解决阻碍，聚焦目标。</a:t>
            </a:r>
            <a:endPar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评审/回顾会:</a:t>
            </a: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演示增量收集反馈；总结经验教训，持续优化工作方式。</a:t>
            </a:r>
            <a:endPar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4953000"/>
            <a:ext cx="5080000" cy="1397000"/>
          </a:xfrm>
          <a:prstGeom prst="roundRect">
            <a:avLst>
              <a:gd name="adj" fmla="val 10909"/>
            </a:avLst>
          </a:prstGeom>
          <a:solidFill>
            <a:srgbClr val="FFFFFF">
              <a:alpha val="95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143500"/>
            <a:ext cx="457200" cy="457200"/>
          </a:xfrm>
          <a:prstGeom prst="rect">
            <a:avLst/>
          </a:prstGeom>
        </p:spPr>
      </p:pic>
      <p:sp>
        <p:nvSpPr>
          <p:cNvPr id="14" name="AutoShape 14"/>
          <p:cNvSpPr/>
          <p:nvPr/>
        </p:nvSpPr>
        <p:spPr>
          <a:xfrm>
            <a:off x="1651000" y="51816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核心工件 Artifacts</a:t>
            </a:r>
            <a:endParaRPr lang="en-US" sz="1100"/>
          </a:p>
        </p:txBody>
      </p:sp>
      <p:sp>
        <p:nvSpPr>
          <p:cNvPr id="15" name="AutoShape 15"/>
          <p:cNvSpPr/>
          <p:nvPr/>
        </p:nvSpPr>
        <p:spPr>
          <a:xfrm>
            <a:off x="1016000" y="5715000"/>
            <a:ext cx="4572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产品待办列表(Product Backlog):</a:t>
            </a: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动态的、排序的需求清单。</a:t>
            </a:r>
            <a:endParaRPr lang="en-US" sz="1100"/>
          </a:p>
          <a:p>
            <a:pPr indent="0" algn="l">
              <a:lnSpc>
                <a:spcPct val="108000"/>
              </a:lnSpc>
            </a:pP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冲刺待办/增量:</a:t>
            </a:r>
            <a:r>
              <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当前Sprint计划完成的任务集合；潜在可交付的产品。</a:t>
            </a:r>
            <a:endParaRPr lang="en-US" sz="1100" b="0" i="0" u="none" strike="noStrike">
              <a:solidFill>
                <a:srgbClr val="555F6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096000" y="1397000"/>
            <a:ext cx="5334000" cy="4953000"/>
          </a:xfrm>
          <a:prstGeom prst="roundRect">
            <a:avLst>
              <a:gd name="adj" fmla="val 3076"/>
            </a:avLst>
          </a:prstGeom>
          <a:solidFill>
            <a:srgbClr val="FFFFFF">
              <a:alpha val="95000"/>
            </a:srgbClr>
          </a:solidFill>
          <a:ln w="25400" cap="flat" cmpd="sng">
            <a:noFill/>
            <a:prstDash val="solid"/>
            <a:round/>
          </a:ln>
          <a:effectLst>
            <a:outerShdw blurRad="228600" dist="76200" dir="2700000" algn="tl" rotWithShape="0">
              <a:srgbClr val="000000">
                <a:alpha val="10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srcRect l="13907" r="13907"/>
          <a:stretch>
            <a:fillRect/>
          </a:stretch>
        </p:blipFill>
        <p:spPr>
          <a:xfrm>
            <a:off x="6350000" y="1651000"/>
            <a:ext cx="4826000" cy="4445000"/>
          </a:xfrm>
          <a:prstGeom prst="roundRect">
            <a:avLst>
              <a:gd name="adj" fmla="val 2285"/>
            </a:avLst>
          </a:prstGeom>
          <a:noFill/>
          <a:ln w="25400" cap="flat" cmpd="sng">
            <a:noFill/>
            <a:prstDash val="solid"/>
            <a:rou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核心交付文档：MRD与PRD</a:t>
            </a:r>
            <a:endParaRPr lang="en-US" sz="1100"/>
          </a:p>
        </p:txBody>
      </p:sp>
      <p:sp>
        <p:nvSpPr>
          <p:cNvPr id="4" name="AutoShape 4"/>
          <p:cNvSpPr/>
          <p:nvPr>
            <p:custDataLst>
              <p:tags r:id="rId2"/>
            </p:custDataLst>
          </p:nvPr>
        </p:nvSpPr>
        <p:spPr>
          <a:xfrm>
            <a:off x="385445" y="1178560"/>
            <a:ext cx="5610233" cy="4515553"/>
          </a:xfrm>
          <a:prstGeom prst="roundRect">
            <a:avLst>
              <a:gd name="adj" fmla="val 4848"/>
            </a:avLst>
          </a:prstGeom>
          <a:solidFill>
            <a:srgbClr val="FFFFFF">
              <a:alpha val="95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sz="1600"/>
          </a:p>
        </p:txBody>
      </p:sp>
      <p:pic>
        <p:nvPicPr>
          <p:cNvPr id="5" name="Picture 5"/>
          <p:cNvPicPr>
            <a:picLocks noChangeAspect="1"/>
          </p:cNvPicPr>
          <p:nvPr>
            <p:custDataLst>
              <p:tags r:id="rId3"/>
            </p:custDataLst>
          </p:nvPr>
        </p:nvPicPr>
        <p:blipFill>
          <a:blip r:embed="rId4"/>
          <a:srcRect l="20362" r="20362"/>
          <a:stretch>
            <a:fillRect/>
          </a:stretch>
        </p:blipFill>
        <p:spPr>
          <a:xfrm>
            <a:off x="590697" y="1452230"/>
            <a:ext cx="2052524" cy="3968213"/>
          </a:xfrm>
          <a:prstGeom prst="roundRect">
            <a:avLst>
              <a:gd name="adj" fmla="val 8000"/>
            </a:avLst>
          </a:prstGeom>
          <a:noFill/>
          <a:ln w="25400" cap="flat" cmpd="sng">
            <a:noFill/>
            <a:prstDash val="solid"/>
            <a:round/>
          </a:ln>
        </p:spPr>
      </p:pic>
      <p:sp>
        <p:nvSpPr>
          <p:cNvPr id="6" name="AutoShape 6"/>
          <p:cNvSpPr/>
          <p:nvPr>
            <p:custDataLst>
              <p:tags r:id="rId5"/>
            </p:custDataLst>
          </p:nvPr>
        </p:nvSpPr>
        <p:spPr>
          <a:xfrm>
            <a:off x="2848474" y="1520647"/>
            <a:ext cx="2599864" cy="41050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MRD · 市场需求文档</a:t>
            </a:r>
            <a:endPar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6"/>
            </p:custDataLst>
          </p:nvPr>
        </p:nvSpPr>
        <p:spPr>
          <a:xfrm>
            <a:off x="2848474" y="2136405"/>
            <a:ext cx="2599864" cy="889427"/>
          </a:xfrm>
          <a:prstGeom prst="roundRect">
            <a:avLst>
              <a:gd name="adj" fmla="val 12307"/>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sz="1600"/>
          </a:p>
        </p:txBody>
      </p:sp>
      <p:sp>
        <p:nvSpPr>
          <p:cNvPr id="8" name="AutoShape 8"/>
          <p:cNvSpPr/>
          <p:nvPr/>
        </p:nvSpPr>
        <p:spPr>
          <a:xfrm>
            <a:off x="2963545" y="2247900"/>
            <a:ext cx="2484755" cy="81343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定位：问题空间</a:t>
            </a:r>
            <a:endParaRPr lang="en-US"/>
          </a:p>
          <a:p>
            <a:pPr indent="0" algn="l">
              <a:lnSpc>
                <a:spcPct val="100000"/>
              </a:lnSpc>
            </a:pPr>
            <a:r>
              <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核心定义“为什么做”，聚焦产品价值与必要性。</a:t>
            </a:r>
            <a:endPar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2848474" y="3162667"/>
            <a:ext cx="2599864" cy="1026262"/>
          </a:xfrm>
          <a:prstGeom prst="roundRect">
            <a:avLst>
              <a:gd name="adj" fmla="val 10666"/>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sz="1600"/>
          </a:p>
        </p:txBody>
      </p:sp>
      <p:sp>
        <p:nvSpPr>
          <p:cNvPr id="10" name="AutoShape 10"/>
          <p:cNvSpPr/>
          <p:nvPr/>
        </p:nvSpPr>
        <p:spPr>
          <a:xfrm>
            <a:off x="2963545" y="3233420"/>
            <a:ext cx="2484755" cy="96075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内容：市场分析</a:t>
            </a:r>
            <a:endParaRPr lang="en-US"/>
          </a:p>
          <a:p>
            <a:pPr indent="0" algn="l">
              <a:lnSpc>
                <a:spcPct val="100000"/>
              </a:lnSpc>
            </a:pPr>
            <a:r>
              <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涵盖市场机会、目标用户画像、痛点分析、竞品格局及市场规模测算。</a:t>
            </a:r>
            <a:endPar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8"/>
            </p:custDataLst>
          </p:nvPr>
        </p:nvSpPr>
        <p:spPr>
          <a:xfrm>
            <a:off x="2848474" y="4325764"/>
            <a:ext cx="2599864" cy="1026262"/>
          </a:xfrm>
          <a:prstGeom prst="roundRect">
            <a:avLst>
              <a:gd name="adj" fmla="val 10666"/>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sz="1600"/>
          </a:p>
        </p:txBody>
      </p:sp>
      <p:sp>
        <p:nvSpPr>
          <p:cNvPr id="12" name="AutoShape 12"/>
          <p:cNvSpPr/>
          <p:nvPr/>
        </p:nvSpPr>
        <p:spPr>
          <a:xfrm>
            <a:off x="2963545" y="4345940"/>
            <a:ext cx="2484755" cy="96075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目的：商业论证</a:t>
            </a:r>
            <a:endParaRPr lang="en-US"/>
          </a:p>
          <a:p>
            <a:pPr indent="0" algn="l">
              <a:lnSpc>
                <a:spcPct val="100000"/>
              </a:lnSpc>
            </a:pPr>
            <a:r>
              <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回答“这个产品值得做吗？”，为立项决策提供充分依据。</a:t>
            </a:r>
            <a:endPar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9"/>
            </p:custDataLst>
          </p:nvPr>
        </p:nvSpPr>
        <p:spPr>
          <a:xfrm>
            <a:off x="6269347" y="1178560"/>
            <a:ext cx="5610233" cy="4515553"/>
          </a:xfrm>
          <a:prstGeom prst="roundRect">
            <a:avLst>
              <a:gd name="adj" fmla="val 4848"/>
            </a:avLst>
          </a:prstGeom>
          <a:solidFill>
            <a:srgbClr val="FFFFFF">
              <a:alpha val="95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endParaRPr sz="1600"/>
          </a:p>
        </p:txBody>
      </p:sp>
      <p:pic>
        <p:nvPicPr>
          <p:cNvPr id="14" name="Picture 14"/>
          <p:cNvPicPr>
            <a:picLocks noChangeAspect="1"/>
          </p:cNvPicPr>
          <p:nvPr>
            <p:custDataLst>
              <p:tags r:id="rId10"/>
            </p:custDataLst>
          </p:nvPr>
        </p:nvPicPr>
        <p:blipFill>
          <a:blip r:embed="rId11"/>
          <a:srcRect l="11054" r="11054"/>
          <a:stretch>
            <a:fillRect/>
          </a:stretch>
        </p:blipFill>
        <p:spPr>
          <a:xfrm>
            <a:off x="6474600" y="1452230"/>
            <a:ext cx="2052524" cy="3968213"/>
          </a:xfrm>
          <a:prstGeom prst="roundRect">
            <a:avLst>
              <a:gd name="adj" fmla="val 8000"/>
            </a:avLst>
          </a:prstGeom>
          <a:noFill/>
          <a:ln w="25400" cap="flat" cmpd="sng">
            <a:noFill/>
            <a:prstDash val="solid"/>
            <a:round/>
          </a:ln>
        </p:spPr>
      </p:pic>
      <p:sp>
        <p:nvSpPr>
          <p:cNvPr id="15" name="AutoShape 15"/>
          <p:cNvSpPr/>
          <p:nvPr>
            <p:custDataLst>
              <p:tags r:id="rId12"/>
            </p:custDataLst>
          </p:nvPr>
        </p:nvSpPr>
        <p:spPr>
          <a:xfrm>
            <a:off x="8732376" y="1520647"/>
            <a:ext cx="2599864" cy="41050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PRD · 产品需求文档</a:t>
            </a:r>
            <a:endPar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3"/>
            </p:custDataLst>
          </p:nvPr>
        </p:nvSpPr>
        <p:spPr>
          <a:xfrm>
            <a:off x="8732376" y="2136405"/>
            <a:ext cx="2599864" cy="889427"/>
          </a:xfrm>
          <a:prstGeom prst="roundRect">
            <a:avLst>
              <a:gd name="adj" fmla="val 12307"/>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sz="1800"/>
          </a:p>
        </p:txBody>
      </p:sp>
      <p:sp>
        <p:nvSpPr>
          <p:cNvPr id="17" name="AutoShape 17"/>
          <p:cNvSpPr/>
          <p:nvPr/>
        </p:nvSpPr>
        <p:spPr>
          <a:xfrm>
            <a:off x="8818880" y="2240280"/>
            <a:ext cx="2371090" cy="69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定位：解决方案空间</a:t>
            </a:r>
            <a:endParaRPr lang="en-US"/>
          </a:p>
          <a:p>
            <a:pPr indent="0" algn="l">
              <a:lnSpc>
                <a:spcPct val="100000"/>
              </a:lnSpc>
            </a:pPr>
            <a:r>
              <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定义“做什么”和“怎么做”，承接MRD的战略目标。</a:t>
            </a:r>
            <a:endPar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custDataLst>
              <p:tags r:id="rId14"/>
            </p:custDataLst>
          </p:nvPr>
        </p:nvSpPr>
        <p:spPr>
          <a:xfrm>
            <a:off x="8732376" y="3162667"/>
            <a:ext cx="2599864" cy="1026262"/>
          </a:xfrm>
          <a:prstGeom prst="roundRect">
            <a:avLst>
              <a:gd name="adj" fmla="val 10666"/>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sz="1800"/>
          </a:p>
        </p:txBody>
      </p:sp>
      <p:sp>
        <p:nvSpPr>
          <p:cNvPr id="19" name="AutoShape 19"/>
          <p:cNvSpPr/>
          <p:nvPr/>
        </p:nvSpPr>
        <p:spPr>
          <a:xfrm>
            <a:off x="8878570" y="3337560"/>
            <a:ext cx="245364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内容：详细规格</a:t>
            </a:r>
            <a:endParaRPr lang="en-US"/>
          </a:p>
          <a:p>
            <a:pPr indent="0" algn="l">
              <a:lnSpc>
                <a:spcPct val="100000"/>
              </a:lnSpc>
            </a:pPr>
            <a:r>
              <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详述功能需求、非功能指标、用户交互流程及核心业务规则。</a:t>
            </a:r>
            <a:endPar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5"/>
            </p:custDataLst>
          </p:nvPr>
        </p:nvSpPr>
        <p:spPr>
          <a:xfrm>
            <a:off x="8732376" y="4325764"/>
            <a:ext cx="2599864" cy="1026262"/>
          </a:xfrm>
          <a:prstGeom prst="roundRect">
            <a:avLst>
              <a:gd name="adj" fmla="val 10666"/>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sz="1800"/>
          </a:p>
        </p:txBody>
      </p:sp>
      <p:sp>
        <p:nvSpPr>
          <p:cNvPr id="21" name="AutoShape 21"/>
          <p:cNvSpPr/>
          <p:nvPr/>
        </p:nvSpPr>
        <p:spPr>
          <a:xfrm>
            <a:off x="8819515" y="4382770"/>
            <a:ext cx="2369820" cy="103251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 目的：落地执行</a:t>
            </a:r>
            <a:endParaRPr lang="en-US"/>
          </a:p>
          <a:p>
            <a:pPr indent="0" algn="l">
              <a:lnSpc>
                <a:spcPct val="100000"/>
              </a:lnSpc>
            </a:pPr>
            <a:r>
              <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作为产研测团队的统一工作依据，回答“如何构建产品”。</a:t>
            </a:r>
            <a:endParaRPr lang="en-US"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762000" y="5715000"/>
            <a:ext cx="10668000" cy="762000"/>
          </a:xfrm>
          <a:prstGeom prst="roundRect">
            <a:avLst>
              <a:gd name="adj" fmla="val 2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sz="3600"/>
          </a:p>
        </p:txBody>
      </p:sp>
      <p:sp>
        <p:nvSpPr>
          <p:cNvPr id="23" name="AutoShape 23"/>
          <p:cNvSpPr/>
          <p:nvPr/>
        </p:nvSpPr>
        <p:spPr>
          <a:xfrm>
            <a:off x="1016000" y="5867400"/>
            <a:ext cx="10160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一句话总结：MRD 告诉我们“目标在哪里”，PRD 告诉我们“如何到达目标”。</a:t>
            </a:r>
            <a:endPar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02</a:t>
            </a:r>
            <a:endParaRPr lang="en-US" sz="1100"/>
          </a:p>
        </p:txBody>
      </p:sp>
      <p:sp>
        <p:nvSpPr>
          <p:cNvPr id="4" name="AutoShape 4"/>
          <p:cNvSpPr/>
          <p:nvPr/>
        </p:nvSpPr>
        <p:spPr>
          <a:xfrm>
            <a:off x="0" y="3556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spc="200">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案例分析</a:t>
            </a:r>
            <a:endParaRPr lang="en-US" sz="1100"/>
          </a:p>
        </p:txBody>
      </p:sp>
      <p:sp>
        <p:nvSpPr>
          <p:cNvPr id="5" name="AutoShape 5"/>
          <p:cNvSpPr/>
          <p:nvPr/>
        </p:nvSpPr>
        <p:spPr>
          <a:xfrm>
            <a:off x="0" y="4572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spc="100">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导诊软件的诞生之旅</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市场需求阶段 (MRD)：洞察市场机会与用户痛点</a:t>
            </a:r>
            <a:endParaRPr lang="en-US" sz="1100"/>
          </a:p>
        </p:txBody>
      </p:sp>
      <p:sp>
        <p:nvSpPr>
          <p:cNvPr id="4" name="AutoShape 4"/>
          <p:cNvSpPr/>
          <p:nvPr/>
        </p:nvSpPr>
        <p:spPr>
          <a:xfrm>
            <a:off x="128905" y="1397000"/>
            <a:ext cx="4062095" cy="5075555"/>
          </a:xfrm>
          <a:prstGeom prst="roundRect">
            <a:avLst>
              <a:gd name="adj" fmla="val 4444"/>
            </a:avLst>
          </a:prstGeom>
          <a:solidFill>
            <a:srgbClr val="FFFFFF">
              <a:alpha val="95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769620" y="1397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▎市场背景与规模</a:t>
            </a:r>
            <a:endParaRPr lang="en-US" sz="2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273050" y="2063750"/>
            <a:ext cx="3859530" cy="133413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宏观趋势：</a:t>
            </a: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“健康中国2030”推进，老龄化加剧，医疗资源紧张。</a:t>
            </a:r>
            <a:endParaRPr lang="en-US" sz="1600"/>
          </a:p>
          <a:p>
            <a:pPr indent="0" algn="l">
              <a:lnSpc>
                <a:spcPct val="117000"/>
              </a:lnSpc>
            </a:pPr>
            <a:r>
              <a:rPr lang="en-US" sz="16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市场规模：</a:t>
            </a: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2025年达300亿，年复合增长率35%。</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6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政策支持：</a:t>
            </a: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《互联网诊疗管理办法》提供广阔空间。</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Picture 7"/>
          <p:cNvPicPr>
            <a:picLocks noChangeAspect="1"/>
          </p:cNvPicPr>
          <p:nvPr/>
        </p:nvPicPr>
        <p:blipFill>
          <a:blip r:embed="rId2"/>
          <a:srcRect l="3463" r="3463"/>
          <a:stretch>
            <a:fillRect/>
          </a:stretch>
        </p:blipFill>
        <p:spPr>
          <a:xfrm>
            <a:off x="254000" y="3850640"/>
            <a:ext cx="3878580" cy="2529840"/>
          </a:xfrm>
          <a:prstGeom prst="roundRect">
            <a:avLst>
              <a:gd name="adj" fmla="val 5333"/>
            </a:avLst>
          </a:prstGeom>
          <a:noFill/>
          <a:ln w="25400" cap="flat" cmpd="sng">
            <a:noFill/>
            <a:prstDash val="solid"/>
            <a:round/>
          </a:ln>
          <a:effectLst>
            <a:outerShdw blurRad="76200" dist="25400" dir="2700000" algn="tl" rotWithShape="0">
              <a:srgbClr val="000000">
                <a:alpha val="10000"/>
              </a:srgbClr>
            </a:outerShdw>
          </a:effectLst>
        </p:spPr>
      </p:pic>
      <p:sp>
        <p:nvSpPr>
          <p:cNvPr id="8" name="AutoShape 8"/>
          <p:cNvSpPr/>
          <p:nvPr/>
        </p:nvSpPr>
        <p:spPr>
          <a:xfrm>
            <a:off x="4381500" y="1397000"/>
            <a:ext cx="3778250" cy="5075555"/>
          </a:xfrm>
          <a:prstGeom prst="roundRect">
            <a:avLst>
              <a:gd name="adj" fmla="val 4444"/>
            </a:avLst>
          </a:prstGeom>
          <a:solidFill>
            <a:srgbClr val="FFFFFF">
              <a:alpha val="95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9" name="AutoShape 9"/>
          <p:cNvSpPr/>
          <p:nvPr/>
        </p:nvSpPr>
        <p:spPr>
          <a:xfrm>
            <a:off x="4725670" y="1397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▎用户痛点深度洞察</a:t>
            </a:r>
            <a:endParaRPr lang="en-US" sz="2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516120" y="2373630"/>
            <a:ext cx="3585210" cy="1322705"/>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 挂号等待：平均候诊时间达</a:t>
            </a:r>
            <a:r>
              <a:rPr lang="en-US" sz="1600" b="1" i="0" u="none" strike="noStrike">
                <a:solidFill>
                  <a:srgbClr val="ED8936"/>
                </a:solidFill>
                <a:latin typeface="Noto Sans SC" panose="020B0200000000000000" charset="-122"/>
                <a:ea typeface="Noto Sans SC" panose="020B0200000000000000" charset="-122"/>
                <a:cs typeface="Noto Sans SC" panose="020B0200000000000000" charset="-122"/>
                <a:sym typeface="Noto Sans SC" panose="020B0200000000000000" charset="-122"/>
              </a:rPr>
              <a:t>1.8h</a:t>
            </a:r>
            <a:endParaRPr lang="en-US" sz="1600"/>
          </a:p>
          <a:p>
            <a:pPr indent="0" algn="l">
              <a:lnSpc>
                <a:spcPct val="117000"/>
              </a:lnSpc>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 科室迷茫：</a:t>
            </a:r>
            <a:r>
              <a:rPr lang="en-US" sz="1600" b="1" i="0" u="none" strike="noStrike">
                <a:solidFill>
                  <a:srgbClr val="ED8936"/>
                </a:solidFill>
                <a:latin typeface="Noto Sans SC" panose="020B0200000000000000" charset="-122"/>
                <a:ea typeface="Noto Sans SC" panose="020B0200000000000000" charset="-122"/>
                <a:cs typeface="Noto Sans SC" panose="020B0200000000000000" charset="-122"/>
                <a:sym typeface="Noto Sans SC" panose="020B0200000000000000" charset="-122"/>
              </a:rPr>
              <a:t>85%</a:t>
            </a: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首诊患者不知挂何科</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 空间迷失：大型医院布局复杂，院内导航难</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 信息闭塞：医生专长、出诊时间等信息不对称</a:t>
            </a:r>
            <a:endPar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3"/>
          <a:srcRect t="6521" b="6521"/>
          <a:stretch>
            <a:fillRect/>
          </a:stretch>
        </p:blipFill>
        <p:spPr>
          <a:xfrm>
            <a:off x="4445635" y="4117340"/>
            <a:ext cx="3609975" cy="2354580"/>
          </a:xfrm>
          <a:prstGeom prst="roundRect">
            <a:avLst>
              <a:gd name="adj" fmla="val 5333"/>
            </a:avLst>
          </a:prstGeom>
          <a:noFill/>
          <a:ln w="25400" cap="flat" cmpd="sng">
            <a:noFill/>
            <a:prstDash val="solid"/>
            <a:round/>
          </a:ln>
          <a:effectLst>
            <a:outerShdw blurRad="76200" dist="25400" dir="2700000" algn="tl" rotWithShape="0">
              <a:srgbClr val="000000">
                <a:alpha val="10000"/>
              </a:srgbClr>
            </a:outerShdw>
          </a:effectLst>
        </p:spPr>
      </p:pic>
      <p:sp>
        <p:nvSpPr>
          <p:cNvPr id="12" name="AutoShape 12"/>
          <p:cNvSpPr/>
          <p:nvPr/>
        </p:nvSpPr>
        <p:spPr>
          <a:xfrm>
            <a:off x="8408670" y="1397000"/>
            <a:ext cx="3735705" cy="5074920"/>
          </a:xfrm>
          <a:prstGeom prst="roundRect">
            <a:avLst>
              <a:gd name="adj" fmla="val 4444"/>
            </a:avLst>
          </a:prstGeom>
          <a:solidFill>
            <a:srgbClr val="4FD1C5">
              <a:alpha val="15000"/>
            </a:srgbClr>
          </a:solidFill>
          <a:ln w="12700" cap="flat" cmpd="sng">
            <a:solidFill>
              <a:srgbClr val="4FD1C5">
                <a:alpha val="50000"/>
              </a:srgbClr>
            </a:solid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3" name="AutoShape 13"/>
          <p:cNvSpPr/>
          <p:nvPr/>
        </p:nvSpPr>
        <p:spPr>
          <a:xfrm>
            <a:off x="8493125" y="1729740"/>
            <a:ext cx="362775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核心机会：导诊</a:t>
            </a:r>
            <a:r>
              <a:rPr lang="zh-CN" alt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a:t>
            </a:r>
            <a:endParaRPr lang="zh-CN" alt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4"/>
            </p:custDataLst>
          </p:nvPr>
        </p:nvSpPr>
        <p:spPr>
          <a:xfrm>
            <a:off x="8850630" y="3006090"/>
            <a:ext cx="3039745" cy="1256665"/>
          </a:xfrm>
          <a:prstGeom prst="roundRect">
            <a:avLst>
              <a:gd name="adj" fmla="val 16666"/>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sz="2400"/>
          </a:p>
        </p:txBody>
      </p:sp>
      <p:pic>
        <p:nvPicPr>
          <p:cNvPr id="15" name="Picture 15"/>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41130" y="3196590"/>
            <a:ext cx="381000" cy="381000"/>
          </a:xfrm>
          <a:prstGeom prst="rect">
            <a:avLst/>
          </a:prstGeom>
        </p:spPr>
      </p:pic>
      <p:sp>
        <p:nvSpPr>
          <p:cNvPr id="16" name="AutoShape 16"/>
          <p:cNvSpPr/>
          <p:nvPr>
            <p:custDataLst>
              <p:tags r:id="rId8"/>
            </p:custDataLst>
          </p:nvPr>
        </p:nvSpPr>
        <p:spPr>
          <a:xfrm>
            <a:off x="9613265" y="3397885"/>
            <a:ext cx="227711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智能分诊引擎</a:t>
            </a:r>
            <a:br>
              <a:rPr lang="en-US" sz="2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症状引导精准推荐科室</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9"/>
            </p:custDataLst>
          </p:nvPr>
        </p:nvSpPr>
        <p:spPr>
          <a:xfrm>
            <a:off x="8850630" y="4472940"/>
            <a:ext cx="3039745" cy="1138555"/>
          </a:xfrm>
          <a:prstGeom prst="roundRect">
            <a:avLst>
              <a:gd name="adj" fmla="val 16666"/>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sz="2400"/>
          </a:p>
        </p:txBody>
      </p:sp>
      <p:pic>
        <p:nvPicPr>
          <p:cNvPr id="18" name="Picture 18"/>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041130" y="4663440"/>
            <a:ext cx="381000" cy="381000"/>
          </a:xfrm>
          <a:prstGeom prst="rect">
            <a:avLst/>
          </a:prstGeom>
        </p:spPr>
      </p:pic>
      <p:sp>
        <p:nvSpPr>
          <p:cNvPr id="19" name="AutoShape 19"/>
          <p:cNvSpPr/>
          <p:nvPr>
            <p:custDataLst>
              <p:tags r:id="rId13"/>
            </p:custDataLst>
          </p:nvPr>
        </p:nvSpPr>
        <p:spPr>
          <a:xfrm>
            <a:off x="9518650" y="4787900"/>
            <a:ext cx="237172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AR院内导航</a:t>
            </a:r>
            <a:br>
              <a:rPr lang="en-US" sz="2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LBS定位实时路径指引</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产品需求阶段 (PRD)：定义产品功能与特性</a:t>
            </a:r>
            <a:endParaRPr lang="en-US" sz="1100"/>
          </a:p>
        </p:txBody>
      </p:sp>
      <p:pic>
        <p:nvPicPr>
          <p:cNvPr id="4" name="Picture 4"/>
          <p:cNvPicPr>
            <a:picLocks noChangeAspect="1"/>
          </p:cNvPicPr>
          <p:nvPr/>
        </p:nvPicPr>
        <p:blipFill>
          <a:blip r:embed="rId2"/>
          <a:srcRect t="1809" b="1809"/>
          <a:stretch>
            <a:fillRect/>
          </a:stretch>
        </p:blipFill>
        <p:spPr>
          <a:xfrm>
            <a:off x="762000" y="1397000"/>
            <a:ext cx="3556000" cy="2286000"/>
          </a:xfrm>
          <a:prstGeom prst="roundRect">
            <a:avLst>
              <a:gd name="adj" fmla="val 6666"/>
            </a:avLst>
          </a:prstGeom>
          <a:noFill/>
          <a:ln w="25400" cap="flat" cmpd="sng">
            <a:noFill/>
            <a:prstDash val="solid"/>
            <a:round/>
          </a:ln>
          <a:effectLst>
            <a:outerShdw blurRad="127000" dist="50800" dir="2700000" algn="tl" rotWithShape="0">
              <a:srgbClr val="000000">
                <a:alpha val="10000"/>
              </a:srgbClr>
            </a:outerShdw>
          </a:effectLst>
        </p:spPr>
      </p:pic>
      <p:pic>
        <p:nvPicPr>
          <p:cNvPr id="5" name="Picture 5"/>
          <p:cNvPicPr>
            <a:picLocks noChangeAspect="1"/>
          </p:cNvPicPr>
          <p:nvPr/>
        </p:nvPicPr>
        <p:blipFill>
          <a:blip r:embed="rId3"/>
          <a:srcRect t="31919" b="31919"/>
          <a:stretch>
            <a:fillRect/>
          </a:stretch>
        </p:blipFill>
        <p:spPr>
          <a:xfrm>
            <a:off x="762000" y="3937000"/>
            <a:ext cx="3556000" cy="2286000"/>
          </a:xfrm>
          <a:prstGeom prst="roundRect">
            <a:avLst>
              <a:gd name="adj" fmla="val 6666"/>
            </a:avLst>
          </a:prstGeom>
          <a:noFill/>
          <a:ln w="25400" cap="flat" cmpd="sng">
            <a:noFill/>
            <a:prstDash val="solid"/>
            <a:round/>
          </a:ln>
          <a:effectLst>
            <a:outerShdw blurRad="127000" dist="50800" dir="2700000" algn="tl" rotWithShape="0">
              <a:srgbClr val="000000">
                <a:alpha val="10000"/>
              </a:srgbClr>
            </a:outerShdw>
          </a:effectLst>
        </p:spPr>
      </p:pic>
      <p:sp>
        <p:nvSpPr>
          <p:cNvPr id="6" name="AutoShape 6"/>
          <p:cNvSpPr/>
          <p:nvPr/>
        </p:nvSpPr>
        <p:spPr>
          <a:xfrm>
            <a:off x="4572000" y="1270000"/>
            <a:ext cx="673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▍核心功能模块设计</a:t>
            </a:r>
            <a:endParaRPr lang="en-US" sz="2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4"/>
            </p:custDataLst>
          </p:nvPr>
        </p:nvSpPr>
        <p:spPr>
          <a:xfrm>
            <a:off x="4699000" y="1905000"/>
            <a:ext cx="3175000" cy="2700655"/>
          </a:xfrm>
          <a:prstGeom prst="roundRect">
            <a:avLst>
              <a:gd name="adj" fmla="val 7272"/>
            </a:avLst>
          </a:prstGeom>
          <a:solidFill>
            <a:srgbClr val="FFFFFF">
              <a:alpha val="90000"/>
            </a:srgbClr>
          </a:solidFill>
          <a:ln w="25400" cap="flat" cmpd="sng">
            <a:noFill/>
            <a:prstDash val="solid"/>
            <a:round/>
          </a:ln>
          <a:effectLst>
            <a:outerShdw blurRad="101600" dist="25400" dir="2700000" algn="tl" rotWithShape="0">
              <a:srgbClr val="000000">
                <a:alpha val="8000"/>
              </a:srgbClr>
            </a:outerShdw>
          </a:effectLst>
        </p:spPr>
        <p:txBody>
          <a:bodyPr vert="horz" wrap="square" lIns="63500" tIns="63500" rIns="63500" bIns="63500" rtlCol="0" anchor="ctr"/>
          <a:lstStyle/>
          <a:p>
            <a:pPr algn="ctr">
              <a:defRPr/>
            </a:pPr>
            <a:endParaRPr sz="1800"/>
          </a:p>
        </p:txBody>
      </p:sp>
      <p:pic>
        <p:nvPicPr>
          <p:cNvPr id="8" name="Picture 8"/>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44745" y="2608580"/>
            <a:ext cx="457200" cy="457200"/>
          </a:xfrm>
          <a:prstGeom prst="rect">
            <a:avLst/>
          </a:prstGeom>
        </p:spPr>
      </p:pic>
      <p:sp>
        <p:nvSpPr>
          <p:cNvPr id="9" name="AutoShape 9"/>
          <p:cNvSpPr/>
          <p:nvPr>
            <p:custDataLst>
              <p:tags r:id="rId8"/>
            </p:custDataLst>
          </p:nvPr>
        </p:nvSpPr>
        <p:spPr>
          <a:xfrm>
            <a:off x="5524500" y="2608580"/>
            <a:ext cx="215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智能分诊模块</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9"/>
            </p:custDataLst>
          </p:nvPr>
        </p:nvSpPr>
        <p:spPr>
          <a:xfrm>
            <a:off x="4889500" y="3378200"/>
            <a:ext cx="2901315" cy="108204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支持文字/语音症状输入，AI推荐科室，准确率目标 ≥ 95%。</a:t>
            </a:r>
            <a:endPar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10"/>
            </p:custDataLst>
          </p:nvPr>
        </p:nvSpPr>
        <p:spPr>
          <a:xfrm>
            <a:off x="8128000" y="1905000"/>
            <a:ext cx="3175000" cy="2701290"/>
          </a:xfrm>
          <a:prstGeom prst="roundRect">
            <a:avLst>
              <a:gd name="adj" fmla="val 7272"/>
            </a:avLst>
          </a:prstGeom>
          <a:solidFill>
            <a:srgbClr val="FFFFFF">
              <a:alpha val="90000"/>
            </a:srgbClr>
          </a:solidFill>
          <a:ln w="25400" cap="flat" cmpd="sng">
            <a:noFill/>
            <a:prstDash val="solid"/>
            <a:round/>
          </a:ln>
          <a:effectLst>
            <a:outerShdw blurRad="101600" dist="25400" dir="2700000" algn="tl" rotWithShape="0">
              <a:srgbClr val="000000">
                <a:alpha val="8000"/>
              </a:srgbClr>
            </a:outerShdw>
          </a:effectLst>
        </p:spPr>
        <p:txBody>
          <a:bodyPr vert="horz" wrap="square" lIns="63500" tIns="63500" rIns="63500" bIns="63500" rtlCol="0" anchor="ctr"/>
          <a:lstStyle/>
          <a:p>
            <a:pPr algn="ctr">
              <a:defRPr/>
            </a:pPr>
            <a:endParaRPr sz="1800"/>
          </a:p>
        </p:txBody>
      </p:sp>
      <p:pic>
        <p:nvPicPr>
          <p:cNvPr id="12" name="Picture 12"/>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18500" y="2532380"/>
            <a:ext cx="457200" cy="457200"/>
          </a:xfrm>
          <a:prstGeom prst="rect">
            <a:avLst/>
          </a:prstGeom>
        </p:spPr>
      </p:pic>
      <p:sp>
        <p:nvSpPr>
          <p:cNvPr id="13" name="AutoShape 13"/>
          <p:cNvSpPr/>
          <p:nvPr>
            <p:custDataLst>
              <p:tags r:id="rId14"/>
            </p:custDataLst>
          </p:nvPr>
        </p:nvSpPr>
        <p:spPr>
          <a:xfrm>
            <a:off x="8953500" y="2608580"/>
            <a:ext cx="215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院内导航模块</a:t>
            </a:r>
            <a:endParaRPr lang="en-US" sz="2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5"/>
            </p:custDataLst>
          </p:nvPr>
        </p:nvSpPr>
        <p:spPr>
          <a:xfrm>
            <a:off x="8255000" y="3313430"/>
            <a:ext cx="2984500" cy="114681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提供室内实时定位与最优路径规划，支持AR实景导航高级功能。</a:t>
            </a:r>
            <a:endParaRPr lang="en-US" sz="18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4699000" y="5047615"/>
            <a:ext cx="673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▍非功能性质量属性定义</a:t>
            </a:r>
            <a:endParaRPr lang="en-US" sz="24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nvSpPr>
        <p:spPr>
          <a:xfrm>
            <a:off x="6290945" y="5741035"/>
            <a:ext cx="3150235" cy="1016000"/>
          </a:xfrm>
          <a:prstGeom prst="roundRect">
            <a:avLst>
              <a:gd name="adj" fmla="val 10000"/>
            </a:avLst>
          </a:prstGeom>
          <a:solidFill>
            <a:srgbClr val="FFFFFF">
              <a:alpha val="90000"/>
            </a:srgbClr>
          </a:solidFill>
          <a:ln w="25400" cap="flat" cmpd="sng">
            <a:noFill/>
            <a:prstDash val="solid"/>
            <a:round/>
          </a:ln>
          <a:effectLst>
            <a:outerShdw blurRad="76200" dist="25400" dir="2700000" algn="tl" rotWithShape="0">
              <a:srgbClr val="000000">
                <a:alpha val="8000"/>
              </a:srgbClr>
            </a:outerShdw>
          </a:effectLst>
        </p:spPr>
        <p:txBody>
          <a:bodyPr vert="horz" wrap="square" lIns="63500" tIns="63500" rIns="63500" bIns="63500" rtlCol="0" anchor="ctr"/>
          <a:lstStyle/>
          <a:p>
            <a:pPr algn="ctr">
              <a:defRPr/>
            </a:pPr>
            <a:endParaRPr sz="2800"/>
          </a:p>
        </p:txBody>
      </p:sp>
      <p:pic>
        <p:nvPicPr>
          <p:cNvPr id="31" name="Picture 31"/>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82080" y="5869940"/>
            <a:ext cx="355600" cy="355600"/>
          </a:xfrm>
          <a:prstGeom prst="rect">
            <a:avLst/>
          </a:prstGeom>
        </p:spPr>
      </p:pic>
      <p:sp>
        <p:nvSpPr>
          <p:cNvPr id="32" name="AutoShape 32"/>
          <p:cNvSpPr/>
          <p:nvPr/>
        </p:nvSpPr>
        <p:spPr>
          <a:xfrm>
            <a:off x="7058660" y="5794375"/>
            <a:ext cx="178308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多端兼容性</a:t>
            </a:r>
            <a:endParaRPr lang="en-US" sz="1800"/>
          </a:p>
          <a:p>
            <a:pPr indent="0" algn="l">
              <a:lnSpc>
                <a:spcPct val="125000"/>
              </a:lnSpc>
            </a:pPr>
            <a:r>
              <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      小程序</a:t>
            </a:r>
            <a:endParaRPr lang="en-US" sz="18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圆角矩形 32"/>
          <p:cNvSpPr/>
          <p:nvPr>
            <p:custDataLst>
              <p:tags r:id="rId18"/>
            </p:custDataLst>
          </p:nvPr>
        </p:nvSpPr>
        <p:spPr>
          <a:xfrm>
            <a:off x="4566285" y="1854200"/>
            <a:ext cx="7052945" cy="3048635"/>
          </a:xfrm>
          <a:prstGeom prst="round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系统设计阶段：构建技术蓝图</a:t>
            </a:r>
            <a:endParaRPr lang="en-US" sz="1100"/>
          </a:p>
        </p:txBody>
      </p:sp>
      <p:sp>
        <p:nvSpPr>
          <p:cNvPr id="43013" name="Rectangle 10"/>
          <p:cNvSpPr/>
          <p:nvPr/>
        </p:nvSpPr>
        <p:spPr>
          <a:xfrm>
            <a:off x="2268220" y="2782888"/>
            <a:ext cx="6226175" cy="593725"/>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14" name="Rectangle 11"/>
          <p:cNvSpPr/>
          <p:nvPr/>
        </p:nvSpPr>
        <p:spPr>
          <a:xfrm>
            <a:off x="4111308" y="2932113"/>
            <a:ext cx="2921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人</a:t>
            </a:r>
            <a:endParaRPr lang="zh-CN" altLang="en-US" dirty="0">
              <a:latin typeface="Verdana" panose="020B0604030504040204" pitchFamily="34" charset="0"/>
            </a:endParaRPr>
          </a:p>
        </p:txBody>
      </p:sp>
      <p:sp>
        <p:nvSpPr>
          <p:cNvPr id="43015" name="Rectangle 12"/>
          <p:cNvSpPr/>
          <p:nvPr/>
        </p:nvSpPr>
        <p:spPr>
          <a:xfrm>
            <a:off x="4935220" y="2932113"/>
            <a:ext cx="2921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机</a:t>
            </a:r>
            <a:endParaRPr lang="zh-CN" altLang="en-US" dirty="0">
              <a:latin typeface="Verdana" panose="020B0604030504040204" pitchFamily="34" charset="0"/>
            </a:endParaRPr>
          </a:p>
        </p:txBody>
      </p:sp>
      <p:sp>
        <p:nvSpPr>
          <p:cNvPr id="43016" name="Rectangle 13"/>
          <p:cNvSpPr/>
          <p:nvPr/>
        </p:nvSpPr>
        <p:spPr>
          <a:xfrm>
            <a:off x="5621020" y="2932113"/>
            <a:ext cx="2921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接</a:t>
            </a:r>
            <a:endParaRPr lang="zh-CN" altLang="en-US" dirty="0">
              <a:latin typeface="Verdana" panose="020B0604030504040204" pitchFamily="34" charset="0"/>
            </a:endParaRPr>
          </a:p>
        </p:txBody>
      </p:sp>
      <p:sp>
        <p:nvSpPr>
          <p:cNvPr id="43017" name="Rectangle 14"/>
          <p:cNvSpPr/>
          <p:nvPr/>
        </p:nvSpPr>
        <p:spPr>
          <a:xfrm>
            <a:off x="6376670" y="2932113"/>
            <a:ext cx="2921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口</a:t>
            </a:r>
            <a:endParaRPr lang="zh-CN" altLang="en-US" dirty="0">
              <a:latin typeface="Verdana" panose="020B0604030504040204" pitchFamily="34" charset="0"/>
            </a:endParaRPr>
          </a:p>
        </p:txBody>
      </p:sp>
      <p:sp>
        <p:nvSpPr>
          <p:cNvPr id="43018" name="Rectangle 15"/>
          <p:cNvSpPr/>
          <p:nvPr/>
        </p:nvSpPr>
        <p:spPr>
          <a:xfrm>
            <a:off x="2727008" y="1816100"/>
            <a:ext cx="771525" cy="476250"/>
          </a:xfrm>
          <a:prstGeom prst="rect">
            <a:avLst/>
          </a:prstGeom>
          <a:noFill/>
          <a:ln w="9525">
            <a:noFill/>
          </a:ln>
        </p:spPr>
        <p:txBody>
          <a:bodyPr/>
          <a:p>
            <a:pPr eaLnBrk="1" hangingPunct="1"/>
            <a:endParaRPr lang="zh-CN" altLang="en-US" dirty="0">
              <a:latin typeface="Verdana" panose="020B0604030504040204" pitchFamily="34" charset="0"/>
            </a:endParaRPr>
          </a:p>
        </p:txBody>
      </p:sp>
      <p:sp>
        <p:nvSpPr>
          <p:cNvPr id="43019" name="Rectangle 16"/>
          <p:cNvSpPr/>
          <p:nvPr/>
        </p:nvSpPr>
        <p:spPr>
          <a:xfrm>
            <a:off x="2734945" y="1827213"/>
            <a:ext cx="5842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用户</a:t>
            </a:r>
            <a:endParaRPr lang="zh-CN" altLang="en-US" dirty="0">
              <a:latin typeface="Verdana" panose="020B0604030504040204" pitchFamily="34" charset="0"/>
            </a:endParaRPr>
          </a:p>
        </p:txBody>
      </p:sp>
      <p:sp>
        <p:nvSpPr>
          <p:cNvPr id="43020" name="Rectangle 17"/>
          <p:cNvSpPr/>
          <p:nvPr/>
        </p:nvSpPr>
        <p:spPr>
          <a:xfrm>
            <a:off x="4557395" y="1797050"/>
            <a:ext cx="1320800" cy="476250"/>
          </a:xfrm>
          <a:prstGeom prst="rect">
            <a:avLst/>
          </a:prstGeom>
          <a:noFill/>
          <a:ln w="9525">
            <a:noFill/>
          </a:ln>
        </p:spPr>
        <p:txBody>
          <a:bodyPr/>
          <a:p>
            <a:pPr eaLnBrk="1" hangingPunct="1"/>
            <a:endParaRPr lang="zh-CN" altLang="en-US" dirty="0">
              <a:latin typeface="Verdana" panose="020B0604030504040204" pitchFamily="34" charset="0"/>
            </a:endParaRPr>
          </a:p>
        </p:txBody>
      </p:sp>
      <p:sp>
        <p:nvSpPr>
          <p:cNvPr id="43021" name="Rectangle 18"/>
          <p:cNvSpPr/>
          <p:nvPr/>
        </p:nvSpPr>
        <p:spPr>
          <a:xfrm>
            <a:off x="4563745" y="1797050"/>
            <a:ext cx="11684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领域专家</a:t>
            </a:r>
            <a:endParaRPr lang="zh-CN" altLang="en-US" dirty="0">
              <a:latin typeface="Verdana" panose="020B0604030504040204" pitchFamily="34" charset="0"/>
            </a:endParaRPr>
          </a:p>
        </p:txBody>
      </p:sp>
      <p:sp>
        <p:nvSpPr>
          <p:cNvPr id="43022" name="Rectangle 19"/>
          <p:cNvSpPr/>
          <p:nvPr/>
        </p:nvSpPr>
        <p:spPr>
          <a:xfrm>
            <a:off x="6570345" y="1797050"/>
            <a:ext cx="1597025" cy="476250"/>
          </a:xfrm>
          <a:prstGeom prst="rect">
            <a:avLst/>
          </a:prstGeom>
          <a:noFill/>
          <a:ln w="9525">
            <a:noFill/>
          </a:ln>
        </p:spPr>
        <p:txBody>
          <a:bodyPr/>
          <a:p>
            <a:pPr eaLnBrk="1" hangingPunct="1"/>
            <a:endParaRPr lang="zh-CN" altLang="en-US" dirty="0">
              <a:latin typeface="Verdana" panose="020B0604030504040204" pitchFamily="34" charset="0"/>
            </a:endParaRPr>
          </a:p>
        </p:txBody>
      </p:sp>
      <p:sp>
        <p:nvSpPr>
          <p:cNvPr id="43023" name="Rectangle 20"/>
          <p:cNvSpPr/>
          <p:nvPr/>
        </p:nvSpPr>
        <p:spPr>
          <a:xfrm>
            <a:off x="6681470" y="1827213"/>
            <a:ext cx="14605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知识工程师</a:t>
            </a:r>
            <a:endParaRPr lang="zh-CN" altLang="en-US" dirty="0">
              <a:latin typeface="Verdana" panose="020B0604030504040204" pitchFamily="34" charset="0"/>
            </a:endParaRPr>
          </a:p>
        </p:txBody>
      </p:sp>
      <p:sp>
        <p:nvSpPr>
          <p:cNvPr id="43024" name="Rectangle 21"/>
          <p:cNvSpPr/>
          <p:nvPr/>
        </p:nvSpPr>
        <p:spPr>
          <a:xfrm>
            <a:off x="1903095" y="3967163"/>
            <a:ext cx="2563813"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25" name="Rectangle 22"/>
          <p:cNvSpPr/>
          <p:nvPr/>
        </p:nvSpPr>
        <p:spPr>
          <a:xfrm>
            <a:off x="2634933" y="4086225"/>
            <a:ext cx="11684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解释机构</a:t>
            </a:r>
            <a:endParaRPr lang="zh-CN" altLang="en-US" dirty="0">
              <a:latin typeface="Verdana" panose="020B0604030504040204" pitchFamily="34" charset="0"/>
            </a:endParaRPr>
          </a:p>
        </p:txBody>
      </p:sp>
      <p:sp>
        <p:nvSpPr>
          <p:cNvPr id="43026" name="Rectangle 23"/>
          <p:cNvSpPr/>
          <p:nvPr/>
        </p:nvSpPr>
        <p:spPr>
          <a:xfrm>
            <a:off x="5930583" y="4065588"/>
            <a:ext cx="2563812"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27" name="Rectangle 24"/>
          <p:cNvSpPr/>
          <p:nvPr/>
        </p:nvSpPr>
        <p:spPr>
          <a:xfrm>
            <a:off x="6387783" y="4184650"/>
            <a:ext cx="17526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知识获取机构</a:t>
            </a:r>
            <a:endParaRPr lang="zh-CN" altLang="en-US" dirty="0">
              <a:latin typeface="Verdana" panose="020B0604030504040204" pitchFamily="34" charset="0"/>
            </a:endParaRPr>
          </a:p>
        </p:txBody>
      </p:sp>
      <p:sp>
        <p:nvSpPr>
          <p:cNvPr id="43028" name="Rectangle 25"/>
          <p:cNvSpPr/>
          <p:nvPr/>
        </p:nvSpPr>
        <p:spPr>
          <a:xfrm>
            <a:off x="1445895" y="5051425"/>
            <a:ext cx="1924050"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29" name="Rectangle 26"/>
          <p:cNvSpPr/>
          <p:nvPr/>
        </p:nvSpPr>
        <p:spPr>
          <a:xfrm>
            <a:off x="1995170" y="5172075"/>
            <a:ext cx="8763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数据库</a:t>
            </a:r>
            <a:endParaRPr lang="zh-CN" altLang="en-US" dirty="0">
              <a:latin typeface="Verdana" panose="020B0604030504040204" pitchFamily="34" charset="0"/>
            </a:endParaRPr>
          </a:p>
        </p:txBody>
      </p:sp>
      <p:sp>
        <p:nvSpPr>
          <p:cNvPr id="43030" name="Rectangle 27"/>
          <p:cNvSpPr/>
          <p:nvPr/>
        </p:nvSpPr>
        <p:spPr>
          <a:xfrm>
            <a:off x="3733483" y="5051425"/>
            <a:ext cx="2290762"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31" name="Rectangle 28"/>
          <p:cNvSpPr/>
          <p:nvPr/>
        </p:nvSpPr>
        <p:spPr>
          <a:xfrm>
            <a:off x="4465320" y="5172075"/>
            <a:ext cx="8763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推理机</a:t>
            </a:r>
            <a:endParaRPr lang="zh-CN" altLang="en-US" dirty="0">
              <a:latin typeface="Verdana" panose="020B0604030504040204" pitchFamily="34" charset="0"/>
            </a:endParaRPr>
          </a:p>
        </p:txBody>
      </p:sp>
      <p:sp>
        <p:nvSpPr>
          <p:cNvPr id="43032" name="Rectangle 29"/>
          <p:cNvSpPr/>
          <p:nvPr/>
        </p:nvSpPr>
        <p:spPr>
          <a:xfrm>
            <a:off x="6479858" y="5051425"/>
            <a:ext cx="2289175"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33" name="Rectangle 30"/>
          <p:cNvSpPr/>
          <p:nvPr/>
        </p:nvSpPr>
        <p:spPr>
          <a:xfrm>
            <a:off x="7211695" y="5172075"/>
            <a:ext cx="8763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知识库</a:t>
            </a:r>
            <a:endParaRPr lang="zh-CN" altLang="en-US" dirty="0">
              <a:latin typeface="Verdana" panose="020B0604030504040204" pitchFamily="34" charset="0"/>
            </a:endParaRPr>
          </a:p>
        </p:txBody>
      </p:sp>
      <p:grpSp>
        <p:nvGrpSpPr>
          <p:cNvPr id="43034" name="Group 34"/>
          <p:cNvGrpSpPr/>
          <p:nvPr/>
        </p:nvGrpSpPr>
        <p:grpSpPr>
          <a:xfrm>
            <a:off x="2941320" y="2190750"/>
            <a:ext cx="120650" cy="592138"/>
            <a:chOff x="1234" y="968"/>
            <a:chExt cx="76" cy="373"/>
          </a:xfrm>
        </p:grpSpPr>
        <p:sp>
          <p:nvSpPr>
            <p:cNvPr id="44282" name="Line 31"/>
            <p:cNvSpPr/>
            <p:nvPr/>
          </p:nvSpPr>
          <p:spPr>
            <a:xfrm>
              <a:off x="1272" y="1046"/>
              <a:ext cx="1" cy="218"/>
            </a:xfrm>
            <a:prstGeom prst="line">
              <a:avLst/>
            </a:prstGeom>
            <a:ln w="11113" cap="flat" cmpd="sng">
              <a:solidFill>
                <a:srgbClr val="000000"/>
              </a:solidFill>
              <a:prstDash val="solid"/>
              <a:headEnd type="none" w="med" len="med"/>
              <a:tailEnd type="none" w="med" len="med"/>
            </a:ln>
          </p:spPr>
        </p:sp>
        <p:sp>
          <p:nvSpPr>
            <p:cNvPr id="44283" name="Freeform 32"/>
            <p:cNvSpPr/>
            <p:nvPr/>
          </p:nvSpPr>
          <p:spPr>
            <a:xfrm>
              <a:off x="1234" y="968"/>
              <a:ext cx="76" cy="82"/>
            </a:xfrm>
            <a:custGeom>
              <a:avLst/>
              <a:gdLst>
                <a:gd name="txL" fmla="*/ 0 w 76"/>
                <a:gd name="txT" fmla="*/ 0 h 82"/>
                <a:gd name="txR" fmla="*/ 76 w 76"/>
                <a:gd name="txB" fmla="*/ 82 h 82"/>
              </a:gdLst>
              <a:ahLst/>
              <a:cxnLst>
                <a:cxn ang="0">
                  <a:pos x="76" y="82"/>
                </a:cxn>
                <a:cxn ang="0">
                  <a:pos x="38" y="0"/>
                </a:cxn>
                <a:cxn ang="0">
                  <a:pos x="0" y="82"/>
                </a:cxn>
                <a:cxn ang="0">
                  <a:pos x="76" y="82"/>
                </a:cxn>
              </a:cxnLst>
              <a:rect l="txL" t="txT" r="txR" b="txB"/>
              <a:pathLst>
                <a:path w="76" h="82">
                  <a:moveTo>
                    <a:pt x="76" y="82"/>
                  </a:moveTo>
                  <a:lnTo>
                    <a:pt x="38" y="0"/>
                  </a:lnTo>
                  <a:lnTo>
                    <a:pt x="0" y="82"/>
                  </a:lnTo>
                  <a:lnTo>
                    <a:pt x="76" y="82"/>
                  </a:lnTo>
                  <a:close/>
                </a:path>
              </a:pathLst>
            </a:custGeom>
            <a:solidFill>
              <a:srgbClr val="000000">
                <a:alpha val="100000"/>
              </a:srgbClr>
            </a:solidFill>
            <a:ln w="9525">
              <a:noFill/>
            </a:ln>
          </p:spPr>
          <p:txBody>
            <a:bodyPr/>
            <a:p>
              <a:endParaRPr lang="zh-CN" altLang="en-US"/>
            </a:p>
          </p:txBody>
        </p:sp>
        <p:sp>
          <p:nvSpPr>
            <p:cNvPr id="44284" name="Freeform 33"/>
            <p:cNvSpPr/>
            <p:nvPr/>
          </p:nvSpPr>
          <p:spPr>
            <a:xfrm>
              <a:off x="1234" y="1261"/>
              <a:ext cx="76" cy="80"/>
            </a:xfrm>
            <a:custGeom>
              <a:avLst/>
              <a:gdLst>
                <a:gd name="txL" fmla="*/ 0 w 76"/>
                <a:gd name="txT" fmla="*/ 0 h 80"/>
                <a:gd name="txR" fmla="*/ 76 w 76"/>
                <a:gd name="txB" fmla="*/ 80 h 80"/>
              </a:gdLst>
              <a:ahLst/>
              <a:cxnLst>
                <a:cxn ang="0">
                  <a:pos x="0" y="0"/>
                </a:cxn>
                <a:cxn ang="0">
                  <a:pos x="38" y="80"/>
                </a:cxn>
                <a:cxn ang="0">
                  <a:pos x="76" y="0"/>
                </a:cxn>
                <a:cxn ang="0">
                  <a:pos x="0" y="0"/>
                </a:cxn>
              </a:cxnLst>
              <a:rect l="txL" t="txT" r="txR" b="txB"/>
              <a:pathLst>
                <a:path w="76" h="80">
                  <a:moveTo>
                    <a:pt x="0" y="0"/>
                  </a:moveTo>
                  <a:lnTo>
                    <a:pt x="38"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35" name="Group 38"/>
          <p:cNvGrpSpPr/>
          <p:nvPr/>
        </p:nvGrpSpPr>
        <p:grpSpPr>
          <a:xfrm>
            <a:off x="5138420" y="2190750"/>
            <a:ext cx="120650" cy="592138"/>
            <a:chOff x="2618" y="968"/>
            <a:chExt cx="76" cy="373"/>
          </a:xfrm>
        </p:grpSpPr>
        <p:sp>
          <p:nvSpPr>
            <p:cNvPr id="44279" name="Line 35"/>
            <p:cNvSpPr/>
            <p:nvPr/>
          </p:nvSpPr>
          <p:spPr>
            <a:xfrm>
              <a:off x="2655" y="1046"/>
              <a:ext cx="1" cy="218"/>
            </a:xfrm>
            <a:prstGeom prst="line">
              <a:avLst/>
            </a:prstGeom>
            <a:ln w="11113" cap="flat" cmpd="sng">
              <a:solidFill>
                <a:srgbClr val="000000"/>
              </a:solidFill>
              <a:prstDash val="solid"/>
              <a:headEnd type="none" w="med" len="med"/>
              <a:tailEnd type="none" w="med" len="med"/>
            </a:ln>
          </p:spPr>
        </p:sp>
        <p:sp>
          <p:nvSpPr>
            <p:cNvPr id="44280" name="Freeform 36"/>
            <p:cNvSpPr/>
            <p:nvPr/>
          </p:nvSpPr>
          <p:spPr>
            <a:xfrm>
              <a:off x="2618" y="968"/>
              <a:ext cx="76" cy="82"/>
            </a:xfrm>
            <a:custGeom>
              <a:avLst/>
              <a:gdLst>
                <a:gd name="txL" fmla="*/ 0 w 76"/>
                <a:gd name="txT" fmla="*/ 0 h 82"/>
                <a:gd name="txR" fmla="*/ 76 w 76"/>
                <a:gd name="txB" fmla="*/ 82 h 82"/>
              </a:gdLst>
              <a:ahLst/>
              <a:cxnLst>
                <a:cxn ang="0">
                  <a:pos x="76" y="82"/>
                </a:cxn>
                <a:cxn ang="0">
                  <a:pos x="37" y="0"/>
                </a:cxn>
                <a:cxn ang="0">
                  <a:pos x="0" y="82"/>
                </a:cxn>
                <a:cxn ang="0">
                  <a:pos x="76" y="82"/>
                </a:cxn>
              </a:cxnLst>
              <a:rect l="txL" t="txT" r="txR" b="txB"/>
              <a:pathLst>
                <a:path w="76" h="82">
                  <a:moveTo>
                    <a:pt x="76" y="82"/>
                  </a:moveTo>
                  <a:lnTo>
                    <a:pt x="37" y="0"/>
                  </a:lnTo>
                  <a:lnTo>
                    <a:pt x="0" y="82"/>
                  </a:lnTo>
                  <a:lnTo>
                    <a:pt x="76" y="82"/>
                  </a:lnTo>
                  <a:close/>
                </a:path>
              </a:pathLst>
            </a:custGeom>
            <a:solidFill>
              <a:srgbClr val="000000">
                <a:alpha val="100000"/>
              </a:srgbClr>
            </a:solidFill>
            <a:ln w="9525">
              <a:noFill/>
            </a:ln>
          </p:spPr>
          <p:txBody>
            <a:bodyPr/>
            <a:p>
              <a:endParaRPr lang="zh-CN" altLang="en-US"/>
            </a:p>
          </p:txBody>
        </p:sp>
        <p:sp>
          <p:nvSpPr>
            <p:cNvPr id="44281" name="Freeform 37"/>
            <p:cNvSpPr/>
            <p:nvPr/>
          </p:nvSpPr>
          <p:spPr>
            <a:xfrm>
              <a:off x="2618" y="1261"/>
              <a:ext cx="76" cy="80"/>
            </a:xfrm>
            <a:custGeom>
              <a:avLst/>
              <a:gdLst>
                <a:gd name="txL" fmla="*/ 0 w 76"/>
                <a:gd name="txT" fmla="*/ 0 h 80"/>
                <a:gd name="txR" fmla="*/ 76 w 76"/>
                <a:gd name="txB" fmla="*/ 80 h 80"/>
              </a:gdLst>
              <a:ahLst/>
              <a:cxnLst>
                <a:cxn ang="0">
                  <a:pos x="0" y="0"/>
                </a:cxn>
                <a:cxn ang="0">
                  <a:pos x="37" y="80"/>
                </a:cxn>
                <a:cxn ang="0">
                  <a:pos x="76" y="0"/>
                </a:cxn>
                <a:cxn ang="0">
                  <a:pos x="0" y="0"/>
                </a:cxn>
              </a:cxnLst>
              <a:rect l="txL" t="txT" r="txR" b="txB"/>
              <a:pathLst>
                <a:path w="76" h="80">
                  <a:moveTo>
                    <a:pt x="0" y="0"/>
                  </a:moveTo>
                  <a:lnTo>
                    <a:pt x="37"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36" name="Group 42"/>
          <p:cNvGrpSpPr/>
          <p:nvPr/>
        </p:nvGrpSpPr>
        <p:grpSpPr>
          <a:xfrm>
            <a:off x="7335520" y="2190750"/>
            <a:ext cx="120650" cy="592138"/>
            <a:chOff x="4002" y="968"/>
            <a:chExt cx="76" cy="373"/>
          </a:xfrm>
        </p:grpSpPr>
        <p:sp>
          <p:nvSpPr>
            <p:cNvPr id="44276" name="Line 39"/>
            <p:cNvSpPr/>
            <p:nvPr/>
          </p:nvSpPr>
          <p:spPr>
            <a:xfrm>
              <a:off x="4039" y="1046"/>
              <a:ext cx="1" cy="218"/>
            </a:xfrm>
            <a:prstGeom prst="line">
              <a:avLst/>
            </a:prstGeom>
            <a:ln w="11113" cap="flat" cmpd="sng">
              <a:solidFill>
                <a:srgbClr val="000000"/>
              </a:solidFill>
              <a:prstDash val="solid"/>
              <a:headEnd type="none" w="med" len="med"/>
              <a:tailEnd type="none" w="med" len="med"/>
            </a:ln>
          </p:spPr>
        </p:sp>
        <p:sp>
          <p:nvSpPr>
            <p:cNvPr id="44277" name="Freeform 40"/>
            <p:cNvSpPr/>
            <p:nvPr/>
          </p:nvSpPr>
          <p:spPr>
            <a:xfrm>
              <a:off x="4002" y="968"/>
              <a:ext cx="76" cy="82"/>
            </a:xfrm>
            <a:custGeom>
              <a:avLst/>
              <a:gdLst>
                <a:gd name="txL" fmla="*/ 0 w 76"/>
                <a:gd name="txT" fmla="*/ 0 h 82"/>
                <a:gd name="txR" fmla="*/ 76 w 76"/>
                <a:gd name="txB" fmla="*/ 82 h 82"/>
              </a:gdLst>
              <a:ahLst/>
              <a:cxnLst>
                <a:cxn ang="0">
                  <a:pos x="76" y="82"/>
                </a:cxn>
                <a:cxn ang="0">
                  <a:pos x="37" y="0"/>
                </a:cxn>
                <a:cxn ang="0">
                  <a:pos x="0" y="82"/>
                </a:cxn>
                <a:cxn ang="0">
                  <a:pos x="76" y="82"/>
                </a:cxn>
              </a:cxnLst>
              <a:rect l="txL" t="txT" r="txR" b="txB"/>
              <a:pathLst>
                <a:path w="76" h="82">
                  <a:moveTo>
                    <a:pt x="76" y="82"/>
                  </a:moveTo>
                  <a:lnTo>
                    <a:pt x="37" y="0"/>
                  </a:lnTo>
                  <a:lnTo>
                    <a:pt x="0" y="82"/>
                  </a:lnTo>
                  <a:lnTo>
                    <a:pt x="76" y="82"/>
                  </a:lnTo>
                  <a:close/>
                </a:path>
              </a:pathLst>
            </a:custGeom>
            <a:solidFill>
              <a:srgbClr val="000000">
                <a:alpha val="100000"/>
              </a:srgbClr>
            </a:solidFill>
            <a:ln w="9525">
              <a:noFill/>
            </a:ln>
          </p:spPr>
          <p:txBody>
            <a:bodyPr/>
            <a:p>
              <a:endParaRPr lang="zh-CN" altLang="en-US"/>
            </a:p>
          </p:txBody>
        </p:sp>
        <p:sp>
          <p:nvSpPr>
            <p:cNvPr id="44278" name="Freeform 41"/>
            <p:cNvSpPr/>
            <p:nvPr/>
          </p:nvSpPr>
          <p:spPr>
            <a:xfrm>
              <a:off x="4002" y="1261"/>
              <a:ext cx="76" cy="80"/>
            </a:xfrm>
            <a:custGeom>
              <a:avLst/>
              <a:gdLst>
                <a:gd name="txL" fmla="*/ 0 w 76"/>
                <a:gd name="txT" fmla="*/ 0 h 80"/>
                <a:gd name="txR" fmla="*/ 76 w 76"/>
                <a:gd name="txB" fmla="*/ 80 h 80"/>
              </a:gdLst>
              <a:ahLst/>
              <a:cxnLst>
                <a:cxn ang="0">
                  <a:pos x="0" y="0"/>
                </a:cxn>
                <a:cxn ang="0">
                  <a:pos x="37" y="80"/>
                </a:cxn>
                <a:cxn ang="0">
                  <a:pos x="76" y="0"/>
                </a:cxn>
                <a:cxn ang="0">
                  <a:pos x="0" y="0"/>
                </a:cxn>
              </a:cxnLst>
              <a:rect l="txL" t="txT" r="txR" b="txB"/>
              <a:pathLst>
                <a:path w="76" h="80">
                  <a:moveTo>
                    <a:pt x="0" y="0"/>
                  </a:moveTo>
                  <a:lnTo>
                    <a:pt x="37"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37" name="Group 46"/>
          <p:cNvGrpSpPr/>
          <p:nvPr/>
        </p:nvGrpSpPr>
        <p:grpSpPr>
          <a:xfrm>
            <a:off x="2941320" y="3375025"/>
            <a:ext cx="120650" cy="592138"/>
            <a:chOff x="1234" y="1714"/>
            <a:chExt cx="76" cy="373"/>
          </a:xfrm>
        </p:grpSpPr>
        <p:sp>
          <p:nvSpPr>
            <p:cNvPr id="44273" name="Line 43"/>
            <p:cNvSpPr/>
            <p:nvPr/>
          </p:nvSpPr>
          <p:spPr>
            <a:xfrm>
              <a:off x="1272" y="1792"/>
              <a:ext cx="1" cy="217"/>
            </a:xfrm>
            <a:prstGeom prst="line">
              <a:avLst/>
            </a:prstGeom>
            <a:ln w="11113" cap="flat" cmpd="sng">
              <a:solidFill>
                <a:srgbClr val="000000"/>
              </a:solidFill>
              <a:prstDash val="solid"/>
              <a:headEnd type="none" w="med" len="med"/>
              <a:tailEnd type="none" w="med" len="med"/>
            </a:ln>
          </p:spPr>
        </p:sp>
        <p:sp>
          <p:nvSpPr>
            <p:cNvPr id="44274" name="Freeform 44"/>
            <p:cNvSpPr/>
            <p:nvPr/>
          </p:nvSpPr>
          <p:spPr>
            <a:xfrm>
              <a:off x="1234" y="1714"/>
              <a:ext cx="76" cy="81"/>
            </a:xfrm>
            <a:custGeom>
              <a:avLst/>
              <a:gdLst>
                <a:gd name="txL" fmla="*/ 0 w 76"/>
                <a:gd name="txT" fmla="*/ 0 h 81"/>
                <a:gd name="txR" fmla="*/ 76 w 76"/>
                <a:gd name="txB" fmla="*/ 81 h 81"/>
              </a:gdLst>
              <a:ahLst/>
              <a:cxnLst>
                <a:cxn ang="0">
                  <a:pos x="76" y="81"/>
                </a:cxn>
                <a:cxn ang="0">
                  <a:pos x="38" y="0"/>
                </a:cxn>
                <a:cxn ang="0">
                  <a:pos x="0" y="81"/>
                </a:cxn>
                <a:cxn ang="0">
                  <a:pos x="76" y="81"/>
                </a:cxn>
              </a:cxnLst>
              <a:rect l="txL" t="txT" r="txR" b="txB"/>
              <a:pathLst>
                <a:path w="76" h="81">
                  <a:moveTo>
                    <a:pt x="76" y="81"/>
                  </a:moveTo>
                  <a:lnTo>
                    <a:pt x="38" y="0"/>
                  </a:lnTo>
                  <a:lnTo>
                    <a:pt x="0" y="81"/>
                  </a:lnTo>
                  <a:lnTo>
                    <a:pt x="76" y="81"/>
                  </a:lnTo>
                  <a:close/>
                </a:path>
              </a:pathLst>
            </a:custGeom>
            <a:solidFill>
              <a:srgbClr val="000000">
                <a:alpha val="100000"/>
              </a:srgbClr>
            </a:solidFill>
            <a:ln w="9525">
              <a:noFill/>
            </a:ln>
          </p:spPr>
          <p:txBody>
            <a:bodyPr/>
            <a:p>
              <a:endParaRPr lang="zh-CN" altLang="en-US"/>
            </a:p>
          </p:txBody>
        </p:sp>
        <p:sp>
          <p:nvSpPr>
            <p:cNvPr id="44275" name="Freeform 45"/>
            <p:cNvSpPr/>
            <p:nvPr/>
          </p:nvSpPr>
          <p:spPr>
            <a:xfrm>
              <a:off x="1234" y="2006"/>
              <a:ext cx="76" cy="81"/>
            </a:xfrm>
            <a:custGeom>
              <a:avLst/>
              <a:gdLst>
                <a:gd name="txL" fmla="*/ 0 w 76"/>
                <a:gd name="txT" fmla="*/ 0 h 81"/>
                <a:gd name="txR" fmla="*/ 76 w 76"/>
                <a:gd name="txB" fmla="*/ 81 h 81"/>
              </a:gdLst>
              <a:ahLst/>
              <a:cxnLst>
                <a:cxn ang="0">
                  <a:pos x="0" y="0"/>
                </a:cxn>
                <a:cxn ang="0">
                  <a:pos x="38" y="81"/>
                </a:cxn>
                <a:cxn ang="0">
                  <a:pos x="76" y="0"/>
                </a:cxn>
                <a:cxn ang="0">
                  <a:pos x="0" y="0"/>
                </a:cxn>
              </a:cxnLst>
              <a:rect l="txL" t="txT" r="txR" b="txB"/>
              <a:pathLst>
                <a:path w="76" h="81">
                  <a:moveTo>
                    <a:pt x="0" y="0"/>
                  </a:moveTo>
                  <a:lnTo>
                    <a:pt x="38" y="81"/>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38" name="Group 50"/>
          <p:cNvGrpSpPr/>
          <p:nvPr/>
        </p:nvGrpSpPr>
        <p:grpSpPr>
          <a:xfrm>
            <a:off x="7060883" y="3375025"/>
            <a:ext cx="120650" cy="592138"/>
            <a:chOff x="3829" y="1714"/>
            <a:chExt cx="76" cy="373"/>
          </a:xfrm>
        </p:grpSpPr>
        <p:sp>
          <p:nvSpPr>
            <p:cNvPr id="44270" name="Line 47"/>
            <p:cNvSpPr/>
            <p:nvPr/>
          </p:nvSpPr>
          <p:spPr>
            <a:xfrm>
              <a:off x="3866" y="1792"/>
              <a:ext cx="1" cy="217"/>
            </a:xfrm>
            <a:prstGeom prst="line">
              <a:avLst/>
            </a:prstGeom>
            <a:ln w="11113" cap="flat" cmpd="sng">
              <a:solidFill>
                <a:srgbClr val="000000"/>
              </a:solidFill>
              <a:prstDash val="solid"/>
              <a:headEnd type="none" w="med" len="med"/>
              <a:tailEnd type="none" w="med" len="med"/>
            </a:ln>
          </p:spPr>
        </p:sp>
        <p:sp>
          <p:nvSpPr>
            <p:cNvPr id="44271" name="Freeform 48"/>
            <p:cNvSpPr/>
            <p:nvPr/>
          </p:nvSpPr>
          <p:spPr>
            <a:xfrm>
              <a:off x="3829" y="1714"/>
              <a:ext cx="76" cy="81"/>
            </a:xfrm>
            <a:custGeom>
              <a:avLst/>
              <a:gdLst>
                <a:gd name="txL" fmla="*/ 0 w 76"/>
                <a:gd name="txT" fmla="*/ 0 h 81"/>
                <a:gd name="txR" fmla="*/ 76 w 76"/>
                <a:gd name="txB" fmla="*/ 81 h 81"/>
              </a:gdLst>
              <a:ahLst/>
              <a:cxnLst>
                <a:cxn ang="0">
                  <a:pos x="76" y="81"/>
                </a:cxn>
                <a:cxn ang="0">
                  <a:pos x="37" y="0"/>
                </a:cxn>
                <a:cxn ang="0">
                  <a:pos x="0" y="81"/>
                </a:cxn>
                <a:cxn ang="0">
                  <a:pos x="76" y="81"/>
                </a:cxn>
              </a:cxnLst>
              <a:rect l="txL" t="txT" r="txR" b="txB"/>
              <a:pathLst>
                <a:path w="76" h="81">
                  <a:moveTo>
                    <a:pt x="76" y="81"/>
                  </a:moveTo>
                  <a:lnTo>
                    <a:pt x="37" y="0"/>
                  </a:lnTo>
                  <a:lnTo>
                    <a:pt x="0" y="81"/>
                  </a:lnTo>
                  <a:lnTo>
                    <a:pt x="76" y="81"/>
                  </a:lnTo>
                  <a:close/>
                </a:path>
              </a:pathLst>
            </a:custGeom>
            <a:solidFill>
              <a:srgbClr val="000000">
                <a:alpha val="100000"/>
              </a:srgbClr>
            </a:solidFill>
            <a:ln w="9525">
              <a:noFill/>
            </a:ln>
          </p:spPr>
          <p:txBody>
            <a:bodyPr/>
            <a:p>
              <a:endParaRPr lang="zh-CN" altLang="en-US"/>
            </a:p>
          </p:txBody>
        </p:sp>
        <p:sp>
          <p:nvSpPr>
            <p:cNvPr id="44272" name="Freeform 49"/>
            <p:cNvSpPr/>
            <p:nvPr/>
          </p:nvSpPr>
          <p:spPr>
            <a:xfrm>
              <a:off x="3829" y="2006"/>
              <a:ext cx="76" cy="81"/>
            </a:xfrm>
            <a:custGeom>
              <a:avLst/>
              <a:gdLst>
                <a:gd name="txL" fmla="*/ 0 w 76"/>
                <a:gd name="txT" fmla="*/ 0 h 81"/>
                <a:gd name="txR" fmla="*/ 76 w 76"/>
                <a:gd name="txB" fmla="*/ 81 h 81"/>
              </a:gdLst>
              <a:ahLst/>
              <a:cxnLst>
                <a:cxn ang="0">
                  <a:pos x="0" y="0"/>
                </a:cxn>
                <a:cxn ang="0">
                  <a:pos x="37" y="81"/>
                </a:cxn>
                <a:cxn ang="0">
                  <a:pos x="76" y="0"/>
                </a:cxn>
                <a:cxn ang="0">
                  <a:pos x="0" y="0"/>
                </a:cxn>
              </a:cxnLst>
              <a:rect l="txL" t="txT" r="txR" b="txB"/>
              <a:pathLst>
                <a:path w="76" h="81">
                  <a:moveTo>
                    <a:pt x="0" y="0"/>
                  </a:moveTo>
                  <a:lnTo>
                    <a:pt x="37" y="81"/>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39" name="Group 54"/>
          <p:cNvGrpSpPr/>
          <p:nvPr/>
        </p:nvGrpSpPr>
        <p:grpSpPr>
          <a:xfrm>
            <a:off x="4039870" y="4459288"/>
            <a:ext cx="120650" cy="592137"/>
            <a:chOff x="1926" y="2397"/>
            <a:chExt cx="76" cy="373"/>
          </a:xfrm>
        </p:grpSpPr>
        <p:sp>
          <p:nvSpPr>
            <p:cNvPr id="44267" name="Line 51"/>
            <p:cNvSpPr/>
            <p:nvPr/>
          </p:nvSpPr>
          <p:spPr>
            <a:xfrm>
              <a:off x="1964" y="2475"/>
              <a:ext cx="1" cy="217"/>
            </a:xfrm>
            <a:prstGeom prst="line">
              <a:avLst/>
            </a:prstGeom>
            <a:ln w="11113" cap="flat" cmpd="sng">
              <a:solidFill>
                <a:srgbClr val="000000"/>
              </a:solidFill>
              <a:prstDash val="solid"/>
              <a:headEnd type="none" w="med" len="med"/>
              <a:tailEnd type="none" w="med" len="med"/>
            </a:ln>
          </p:spPr>
        </p:sp>
        <p:sp>
          <p:nvSpPr>
            <p:cNvPr id="44268" name="Freeform 52"/>
            <p:cNvSpPr/>
            <p:nvPr/>
          </p:nvSpPr>
          <p:spPr>
            <a:xfrm>
              <a:off x="1926" y="2397"/>
              <a:ext cx="76" cy="82"/>
            </a:xfrm>
            <a:custGeom>
              <a:avLst/>
              <a:gdLst>
                <a:gd name="txL" fmla="*/ 0 w 76"/>
                <a:gd name="txT" fmla="*/ 0 h 82"/>
                <a:gd name="txR" fmla="*/ 76 w 76"/>
                <a:gd name="txB" fmla="*/ 82 h 82"/>
              </a:gdLst>
              <a:ahLst/>
              <a:cxnLst>
                <a:cxn ang="0">
                  <a:pos x="76" y="82"/>
                </a:cxn>
                <a:cxn ang="0">
                  <a:pos x="38" y="0"/>
                </a:cxn>
                <a:cxn ang="0">
                  <a:pos x="0" y="82"/>
                </a:cxn>
                <a:cxn ang="0">
                  <a:pos x="76" y="82"/>
                </a:cxn>
              </a:cxnLst>
              <a:rect l="txL" t="txT" r="txR" b="txB"/>
              <a:pathLst>
                <a:path w="76" h="82">
                  <a:moveTo>
                    <a:pt x="76" y="82"/>
                  </a:moveTo>
                  <a:lnTo>
                    <a:pt x="38" y="0"/>
                  </a:lnTo>
                  <a:lnTo>
                    <a:pt x="0" y="82"/>
                  </a:lnTo>
                  <a:lnTo>
                    <a:pt x="76" y="82"/>
                  </a:lnTo>
                  <a:close/>
                </a:path>
              </a:pathLst>
            </a:custGeom>
            <a:solidFill>
              <a:srgbClr val="000000">
                <a:alpha val="100000"/>
              </a:srgbClr>
            </a:solidFill>
            <a:ln w="9525">
              <a:noFill/>
            </a:ln>
          </p:spPr>
          <p:txBody>
            <a:bodyPr/>
            <a:p>
              <a:endParaRPr lang="zh-CN" altLang="en-US"/>
            </a:p>
          </p:txBody>
        </p:sp>
        <p:sp>
          <p:nvSpPr>
            <p:cNvPr id="44269" name="Freeform 53"/>
            <p:cNvSpPr/>
            <p:nvPr/>
          </p:nvSpPr>
          <p:spPr>
            <a:xfrm>
              <a:off x="1926" y="2690"/>
              <a:ext cx="76" cy="80"/>
            </a:xfrm>
            <a:custGeom>
              <a:avLst/>
              <a:gdLst>
                <a:gd name="txL" fmla="*/ 0 w 76"/>
                <a:gd name="txT" fmla="*/ 0 h 80"/>
                <a:gd name="txR" fmla="*/ 76 w 76"/>
                <a:gd name="txB" fmla="*/ 80 h 80"/>
              </a:gdLst>
              <a:ahLst/>
              <a:cxnLst>
                <a:cxn ang="0">
                  <a:pos x="0" y="0"/>
                </a:cxn>
                <a:cxn ang="0">
                  <a:pos x="38" y="80"/>
                </a:cxn>
                <a:cxn ang="0">
                  <a:pos x="76" y="0"/>
                </a:cxn>
                <a:cxn ang="0">
                  <a:pos x="0" y="0"/>
                </a:cxn>
              </a:cxnLst>
              <a:rect l="txL" t="txT" r="txR" b="txB"/>
              <a:pathLst>
                <a:path w="76" h="80">
                  <a:moveTo>
                    <a:pt x="0" y="0"/>
                  </a:moveTo>
                  <a:lnTo>
                    <a:pt x="38"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40" name="Group 58"/>
          <p:cNvGrpSpPr/>
          <p:nvPr/>
        </p:nvGrpSpPr>
        <p:grpSpPr>
          <a:xfrm>
            <a:off x="5138420" y="3375025"/>
            <a:ext cx="120650" cy="1676400"/>
            <a:chOff x="2618" y="1714"/>
            <a:chExt cx="76" cy="1056"/>
          </a:xfrm>
        </p:grpSpPr>
        <p:sp>
          <p:nvSpPr>
            <p:cNvPr id="44264" name="Line 55"/>
            <p:cNvSpPr/>
            <p:nvPr/>
          </p:nvSpPr>
          <p:spPr>
            <a:xfrm>
              <a:off x="2655" y="1792"/>
              <a:ext cx="1" cy="900"/>
            </a:xfrm>
            <a:prstGeom prst="line">
              <a:avLst/>
            </a:prstGeom>
            <a:ln w="11113" cap="flat" cmpd="sng">
              <a:solidFill>
                <a:srgbClr val="000000"/>
              </a:solidFill>
              <a:prstDash val="solid"/>
              <a:headEnd type="none" w="med" len="med"/>
              <a:tailEnd type="none" w="med" len="med"/>
            </a:ln>
          </p:spPr>
        </p:sp>
        <p:sp>
          <p:nvSpPr>
            <p:cNvPr id="44265" name="Freeform 56"/>
            <p:cNvSpPr/>
            <p:nvPr/>
          </p:nvSpPr>
          <p:spPr>
            <a:xfrm>
              <a:off x="2618" y="1714"/>
              <a:ext cx="76" cy="81"/>
            </a:xfrm>
            <a:custGeom>
              <a:avLst/>
              <a:gdLst>
                <a:gd name="txL" fmla="*/ 0 w 76"/>
                <a:gd name="txT" fmla="*/ 0 h 81"/>
                <a:gd name="txR" fmla="*/ 76 w 76"/>
                <a:gd name="txB" fmla="*/ 81 h 81"/>
              </a:gdLst>
              <a:ahLst/>
              <a:cxnLst>
                <a:cxn ang="0">
                  <a:pos x="76" y="81"/>
                </a:cxn>
                <a:cxn ang="0">
                  <a:pos x="37" y="0"/>
                </a:cxn>
                <a:cxn ang="0">
                  <a:pos x="0" y="81"/>
                </a:cxn>
                <a:cxn ang="0">
                  <a:pos x="76" y="81"/>
                </a:cxn>
              </a:cxnLst>
              <a:rect l="txL" t="txT" r="txR" b="txB"/>
              <a:pathLst>
                <a:path w="76" h="81">
                  <a:moveTo>
                    <a:pt x="76" y="81"/>
                  </a:moveTo>
                  <a:lnTo>
                    <a:pt x="37" y="0"/>
                  </a:lnTo>
                  <a:lnTo>
                    <a:pt x="0" y="81"/>
                  </a:lnTo>
                  <a:lnTo>
                    <a:pt x="76" y="81"/>
                  </a:lnTo>
                  <a:close/>
                </a:path>
              </a:pathLst>
            </a:custGeom>
            <a:solidFill>
              <a:srgbClr val="000000">
                <a:alpha val="100000"/>
              </a:srgbClr>
            </a:solidFill>
            <a:ln w="9525">
              <a:noFill/>
            </a:ln>
          </p:spPr>
          <p:txBody>
            <a:bodyPr/>
            <a:p>
              <a:endParaRPr lang="zh-CN" altLang="en-US"/>
            </a:p>
          </p:txBody>
        </p:sp>
        <p:sp>
          <p:nvSpPr>
            <p:cNvPr id="44266" name="Freeform 57"/>
            <p:cNvSpPr/>
            <p:nvPr/>
          </p:nvSpPr>
          <p:spPr>
            <a:xfrm>
              <a:off x="2618" y="2690"/>
              <a:ext cx="76" cy="80"/>
            </a:xfrm>
            <a:custGeom>
              <a:avLst/>
              <a:gdLst>
                <a:gd name="txL" fmla="*/ 0 w 76"/>
                <a:gd name="txT" fmla="*/ 0 h 80"/>
                <a:gd name="txR" fmla="*/ 76 w 76"/>
                <a:gd name="txB" fmla="*/ 80 h 80"/>
              </a:gdLst>
              <a:ahLst/>
              <a:cxnLst>
                <a:cxn ang="0">
                  <a:pos x="0" y="0"/>
                </a:cxn>
                <a:cxn ang="0">
                  <a:pos x="37" y="80"/>
                </a:cxn>
                <a:cxn ang="0">
                  <a:pos x="76" y="0"/>
                </a:cxn>
                <a:cxn ang="0">
                  <a:pos x="0" y="0"/>
                </a:cxn>
              </a:cxnLst>
              <a:rect l="txL" t="txT" r="txR" b="txB"/>
              <a:pathLst>
                <a:path w="76" h="80">
                  <a:moveTo>
                    <a:pt x="0" y="0"/>
                  </a:moveTo>
                  <a:lnTo>
                    <a:pt x="37"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41" name="Group 62"/>
          <p:cNvGrpSpPr/>
          <p:nvPr/>
        </p:nvGrpSpPr>
        <p:grpSpPr>
          <a:xfrm>
            <a:off x="3366770" y="5283200"/>
            <a:ext cx="366713" cy="130175"/>
            <a:chOff x="1502" y="2916"/>
            <a:chExt cx="231" cy="82"/>
          </a:xfrm>
        </p:grpSpPr>
        <p:sp>
          <p:nvSpPr>
            <p:cNvPr id="44261" name="Line 59"/>
            <p:cNvSpPr/>
            <p:nvPr/>
          </p:nvSpPr>
          <p:spPr>
            <a:xfrm>
              <a:off x="1574" y="2956"/>
              <a:ext cx="87" cy="1"/>
            </a:xfrm>
            <a:prstGeom prst="line">
              <a:avLst/>
            </a:prstGeom>
            <a:ln w="11113" cap="flat" cmpd="sng">
              <a:solidFill>
                <a:srgbClr val="000000"/>
              </a:solidFill>
              <a:prstDash val="solid"/>
              <a:headEnd type="none" w="med" len="med"/>
              <a:tailEnd type="none" w="med" len="med"/>
            </a:ln>
          </p:spPr>
        </p:sp>
        <p:sp>
          <p:nvSpPr>
            <p:cNvPr id="44262" name="Freeform 60"/>
            <p:cNvSpPr/>
            <p:nvPr/>
          </p:nvSpPr>
          <p:spPr>
            <a:xfrm>
              <a:off x="1502" y="2916"/>
              <a:ext cx="76" cy="82"/>
            </a:xfrm>
            <a:custGeom>
              <a:avLst/>
              <a:gdLst>
                <a:gd name="txL" fmla="*/ 0 w 76"/>
                <a:gd name="txT" fmla="*/ 0 h 82"/>
                <a:gd name="txR" fmla="*/ 76 w 76"/>
                <a:gd name="txB" fmla="*/ 82 h 82"/>
              </a:gdLst>
              <a:ahLst/>
              <a:cxnLst>
                <a:cxn ang="0">
                  <a:pos x="76" y="0"/>
                </a:cxn>
                <a:cxn ang="0">
                  <a:pos x="0" y="40"/>
                </a:cxn>
                <a:cxn ang="0">
                  <a:pos x="76" y="82"/>
                </a:cxn>
                <a:cxn ang="0">
                  <a:pos x="76" y="0"/>
                </a:cxn>
              </a:cxnLst>
              <a:rect l="txL" t="txT" r="txR" b="txB"/>
              <a:pathLst>
                <a:path w="76" h="82">
                  <a:moveTo>
                    <a:pt x="76" y="0"/>
                  </a:moveTo>
                  <a:lnTo>
                    <a:pt x="0" y="40"/>
                  </a:lnTo>
                  <a:lnTo>
                    <a:pt x="76" y="82"/>
                  </a:lnTo>
                  <a:lnTo>
                    <a:pt x="76" y="0"/>
                  </a:lnTo>
                  <a:close/>
                </a:path>
              </a:pathLst>
            </a:custGeom>
            <a:solidFill>
              <a:srgbClr val="000000">
                <a:alpha val="100000"/>
              </a:srgbClr>
            </a:solidFill>
            <a:ln w="9525">
              <a:noFill/>
            </a:ln>
          </p:spPr>
          <p:txBody>
            <a:bodyPr/>
            <a:p>
              <a:endParaRPr lang="zh-CN" altLang="en-US"/>
            </a:p>
          </p:txBody>
        </p:sp>
        <p:sp>
          <p:nvSpPr>
            <p:cNvPr id="44263" name="Freeform 61"/>
            <p:cNvSpPr/>
            <p:nvPr/>
          </p:nvSpPr>
          <p:spPr>
            <a:xfrm>
              <a:off x="1658" y="2916"/>
              <a:ext cx="75" cy="82"/>
            </a:xfrm>
            <a:custGeom>
              <a:avLst/>
              <a:gdLst>
                <a:gd name="txL" fmla="*/ 0 w 75"/>
                <a:gd name="txT" fmla="*/ 0 h 82"/>
                <a:gd name="txR" fmla="*/ 75 w 75"/>
                <a:gd name="txB" fmla="*/ 82 h 82"/>
              </a:gdLst>
              <a:ahLst/>
              <a:cxnLst>
                <a:cxn ang="0">
                  <a:pos x="0" y="82"/>
                </a:cxn>
                <a:cxn ang="0">
                  <a:pos x="75" y="40"/>
                </a:cxn>
                <a:cxn ang="0">
                  <a:pos x="0" y="0"/>
                </a:cxn>
                <a:cxn ang="0">
                  <a:pos x="0" y="82"/>
                </a:cxn>
              </a:cxnLst>
              <a:rect l="txL" t="txT" r="txR" b="txB"/>
              <a:pathLst>
                <a:path w="75" h="82">
                  <a:moveTo>
                    <a:pt x="0" y="82"/>
                  </a:moveTo>
                  <a:lnTo>
                    <a:pt x="75" y="40"/>
                  </a:lnTo>
                  <a:lnTo>
                    <a:pt x="0" y="0"/>
                  </a:lnTo>
                  <a:lnTo>
                    <a:pt x="0" y="82"/>
                  </a:lnTo>
                  <a:close/>
                </a:path>
              </a:pathLst>
            </a:custGeom>
            <a:solidFill>
              <a:srgbClr val="000000">
                <a:alpha val="100000"/>
              </a:srgbClr>
            </a:solidFill>
            <a:ln w="9525">
              <a:noFill/>
            </a:ln>
          </p:spPr>
          <p:txBody>
            <a:bodyPr/>
            <a:p>
              <a:endParaRPr lang="zh-CN" altLang="en-US"/>
            </a:p>
          </p:txBody>
        </p:sp>
      </p:grpSp>
      <p:grpSp>
        <p:nvGrpSpPr>
          <p:cNvPr id="43042" name="Group 65"/>
          <p:cNvGrpSpPr/>
          <p:nvPr/>
        </p:nvGrpSpPr>
        <p:grpSpPr>
          <a:xfrm>
            <a:off x="6021070" y="5184775"/>
            <a:ext cx="458788" cy="130175"/>
            <a:chOff x="3174" y="2854"/>
            <a:chExt cx="289" cy="82"/>
          </a:xfrm>
        </p:grpSpPr>
        <p:sp>
          <p:nvSpPr>
            <p:cNvPr id="44259" name="Line 63"/>
            <p:cNvSpPr/>
            <p:nvPr/>
          </p:nvSpPr>
          <p:spPr>
            <a:xfrm flipH="1">
              <a:off x="3246" y="2894"/>
              <a:ext cx="217" cy="1"/>
            </a:xfrm>
            <a:prstGeom prst="line">
              <a:avLst/>
            </a:prstGeom>
            <a:ln w="11113" cap="flat" cmpd="sng">
              <a:solidFill>
                <a:srgbClr val="000000"/>
              </a:solidFill>
              <a:prstDash val="solid"/>
              <a:headEnd type="none" w="med" len="med"/>
              <a:tailEnd type="none" w="med" len="med"/>
            </a:ln>
          </p:spPr>
        </p:sp>
        <p:sp>
          <p:nvSpPr>
            <p:cNvPr id="44260" name="Freeform 64"/>
            <p:cNvSpPr/>
            <p:nvPr/>
          </p:nvSpPr>
          <p:spPr>
            <a:xfrm>
              <a:off x="3174" y="2854"/>
              <a:ext cx="76" cy="82"/>
            </a:xfrm>
            <a:custGeom>
              <a:avLst/>
              <a:gdLst>
                <a:gd name="txL" fmla="*/ 0 w 76"/>
                <a:gd name="txT" fmla="*/ 0 h 82"/>
                <a:gd name="txR" fmla="*/ 76 w 76"/>
                <a:gd name="txB" fmla="*/ 82 h 82"/>
              </a:gdLst>
              <a:ahLst/>
              <a:cxnLst>
                <a:cxn ang="0">
                  <a:pos x="76" y="0"/>
                </a:cxn>
                <a:cxn ang="0">
                  <a:pos x="0" y="40"/>
                </a:cxn>
                <a:cxn ang="0">
                  <a:pos x="76" y="82"/>
                </a:cxn>
                <a:cxn ang="0">
                  <a:pos x="76" y="0"/>
                </a:cxn>
              </a:cxnLst>
              <a:rect l="txL" t="txT" r="txR" b="txB"/>
              <a:pathLst>
                <a:path w="76" h="82">
                  <a:moveTo>
                    <a:pt x="76" y="0"/>
                  </a:moveTo>
                  <a:lnTo>
                    <a:pt x="0" y="40"/>
                  </a:lnTo>
                  <a:lnTo>
                    <a:pt x="76" y="82"/>
                  </a:lnTo>
                  <a:lnTo>
                    <a:pt x="76" y="0"/>
                  </a:lnTo>
                  <a:close/>
                </a:path>
              </a:pathLst>
            </a:custGeom>
            <a:solidFill>
              <a:srgbClr val="000000">
                <a:alpha val="100000"/>
              </a:srgbClr>
            </a:solidFill>
            <a:ln w="9525">
              <a:noFill/>
            </a:ln>
          </p:spPr>
          <p:txBody>
            <a:bodyPr/>
            <a:p>
              <a:endParaRPr lang="zh-CN" altLang="en-US"/>
            </a:p>
          </p:txBody>
        </p:sp>
      </p:grpSp>
      <p:grpSp>
        <p:nvGrpSpPr>
          <p:cNvPr id="43043" name="Group 68"/>
          <p:cNvGrpSpPr/>
          <p:nvPr/>
        </p:nvGrpSpPr>
        <p:grpSpPr>
          <a:xfrm>
            <a:off x="7060883" y="4557713"/>
            <a:ext cx="120650" cy="493712"/>
            <a:chOff x="3829" y="2459"/>
            <a:chExt cx="76" cy="311"/>
          </a:xfrm>
        </p:grpSpPr>
        <p:sp>
          <p:nvSpPr>
            <p:cNvPr id="44257" name="Line 66"/>
            <p:cNvSpPr/>
            <p:nvPr/>
          </p:nvSpPr>
          <p:spPr>
            <a:xfrm>
              <a:off x="3866" y="2459"/>
              <a:ext cx="1" cy="233"/>
            </a:xfrm>
            <a:prstGeom prst="line">
              <a:avLst/>
            </a:prstGeom>
            <a:ln w="11113" cap="flat" cmpd="sng">
              <a:solidFill>
                <a:srgbClr val="000000"/>
              </a:solidFill>
              <a:prstDash val="solid"/>
              <a:headEnd type="none" w="med" len="med"/>
              <a:tailEnd type="none" w="med" len="med"/>
            </a:ln>
          </p:spPr>
        </p:sp>
        <p:sp>
          <p:nvSpPr>
            <p:cNvPr id="44258" name="Freeform 67"/>
            <p:cNvSpPr/>
            <p:nvPr/>
          </p:nvSpPr>
          <p:spPr>
            <a:xfrm>
              <a:off x="3829" y="2690"/>
              <a:ext cx="76" cy="80"/>
            </a:xfrm>
            <a:custGeom>
              <a:avLst/>
              <a:gdLst>
                <a:gd name="txL" fmla="*/ 0 w 76"/>
                <a:gd name="txT" fmla="*/ 0 h 80"/>
                <a:gd name="txR" fmla="*/ 76 w 76"/>
                <a:gd name="txB" fmla="*/ 80 h 80"/>
              </a:gdLst>
              <a:ahLst/>
              <a:cxnLst>
                <a:cxn ang="0">
                  <a:pos x="0" y="0"/>
                </a:cxn>
                <a:cxn ang="0">
                  <a:pos x="37" y="80"/>
                </a:cxn>
                <a:cxn ang="0">
                  <a:pos x="76" y="0"/>
                </a:cxn>
                <a:cxn ang="0">
                  <a:pos x="0" y="0"/>
                </a:cxn>
              </a:cxnLst>
              <a:rect l="txL" t="txT" r="txR" b="txB"/>
              <a:pathLst>
                <a:path w="76" h="80">
                  <a:moveTo>
                    <a:pt x="0" y="0"/>
                  </a:moveTo>
                  <a:lnTo>
                    <a:pt x="37"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44" name="Group 71"/>
          <p:cNvGrpSpPr/>
          <p:nvPr/>
        </p:nvGrpSpPr>
        <p:grpSpPr>
          <a:xfrm>
            <a:off x="2576195" y="4459288"/>
            <a:ext cx="120650" cy="493712"/>
            <a:chOff x="1004" y="2397"/>
            <a:chExt cx="76" cy="311"/>
          </a:xfrm>
        </p:grpSpPr>
        <p:sp>
          <p:nvSpPr>
            <p:cNvPr id="44255" name="Line 69"/>
            <p:cNvSpPr/>
            <p:nvPr/>
          </p:nvSpPr>
          <p:spPr>
            <a:xfrm flipV="1">
              <a:off x="1041" y="2475"/>
              <a:ext cx="1" cy="233"/>
            </a:xfrm>
            <a:prstGeom prst="line">
              <a:avLst/>
            </a:prstGeom>
            <a:ln w="11113" cap="flat" cmpd="sng">
              <a:solidFill>
                <a:srgbClr val="000000"/>
              </a:solidFill>
              <a:prstDash val="solid"/>
              <a:headEnd type="none" w="med" len="med"/>
              <a:tailEnd type="none" w="med" len="med"/>
            </a:ln>
          </p:spPr>
        </p:sp>
        <p:sp>
          <p:nvSpPr>
            <p:cNvPr id="44256" name="Freeform 70"/>
            <p:cNvSpPr/>
            <p:nvPr/>
          </p:nvSpPr>
          <p:spPr>
            <a:xfrm>
              <a:off x="1004" y="2397"/>
              <a:ext cx="76" cy="82"/>
            </a:xfrm>
            <a:custGeom>
              <a:avLst/>
              <a:gdLst>
                <a:gd name="txL" fmla="*/ 0 w 76"/>
                <a:gd name="txT" fmla="*/ 0 h 82"/>
                <a:gd name="txR" fmla="*/ 76 w 76"/>
                <a:gd name="txB" fmla="*/ 82 h 82"/>
              </a:gdLst>
              <a:ahLst/>
              <a:cxnLst>
                <a:cxn ang="0">
                  <a:pos x="76" y="82"/>
                </a:cxn>
                <a:cxn ang="0">
                  <a:pos x="37" y="0"/>
                </a:cxn>
                <a:cxn ang="0">
                  <a:pos x="0" y="82"/>
                </a:cxn>
                <a:cxn ang="0">
                  <a:pos x="76" y="82"/>
                </a:cxn>
              </a:cxnLst>
              <a:rect l="txL" t="txT" r="txR" b="txB"/>
              <a:pathLst>
                <a:path w="76" h="82">
                  <a:moveTo>
                    <a:pt x="76" y="82"/>
                  </a:moveTo>
                  <a:lnTo>
                    <a:pt x="37" y="0"/>
                  </a:lnTo>
                  <a:lnTo>
                    <a:pt x="0" y="82"/>
                  </a:lnTo>
                  <a:lnTo>
                    <a:pt x="76" y="82"/>
                  </a:lnTo>
                  <a:close/>
                </a:path>
              </a:pathLst>
            </a:custGeom>
            <a:solidFill>
              <a:srgbClr val="000000">
                <a:alpha val="100000"/>
              </a:srgbClr>
            </a:solidFill>
            <a:ln w="9525">
              <a:noFill/>
            </a:ln>
          </p:spPr>
          <p:txBody>
            <a:bodyPr/>
            <a:p>
              <a:endParaRPr lang="zh-CN" altLang="en-US"/>
            </a:p>
          </p:txBody>
        </p:sp>
      </p:grpSp>
      <p:sp>
        <p:nvSpPr>
          <p:cNvPr id="43045" name="Rectangle 72"/>
          <p:cNvSpPr/>
          <p:nvPr/>
        </p:nvSpPr>
        <p:spPr>
          <a:xfrm>
            <a:off x="8950008" y="3452813"/>
            <a:ext cx="554037" cy="1897062"/>
          </a:xfrm>
          <a:prstGeom prst="rect">
            <a:avLst/>
          </a:prstGeom>
          <a:noFill/>
          <a:ln w="9525">
            <a:noFill/>
          </a:ln>
        </p:spPr>
        <p:txBody>
          <a:bodyPr/>
          <a:p>
            <a:pPr eaLnBrk="1" hangingPunct="1"/>
            <a:endParaRPr lang="zh-CN" altLang="en-US" dirty="0">
              <a:latin typeface="Verdana" panose="020B0604030504040204" pitchFamily="34" charset="0"/>
            </a:endParaRPr>
          </a:p>
        </p:txBody>
      </p:sp>
      <p:sp>
        <p:nvSpPr>
          <p:cNvPr id="43046" name="Rectangle 73"/>
          <p:cNvSpPr/>
          <p:nvPr/>
        </p:nvSpPr>
        <p:spPr>
          <a:xfrm rot="5400000">
            <a:off x="8311833" y="4214813"/>
            <a:ext cx="17526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专家系统核心</a:t>
            </a:r>
            <a:endParaRPr lang="zh-CN" altLang="en-US" dirty="0">
              <a:latin typeface="Verdana" panose="020B0604030504040204" pitchFamily="34" charset="0"/>
            </a:endParaRPr>
          </a:p>
        </p:txBody>
      </p:sp>
      <p:grpSp>
        <p:nvGrpSpPr>
          <p:cNvPr id="43047" name="Group 644"/>
          <p:cNvGrpSpPr/>
          <p:nvPr/>
        </p:nvGrpSpPr>
        <p:grpSpPr>
          <a:xfrm>
            <a:off x="3544570" y="4749800"/>
            <a:ext cx="5411788" cy="1195388"/>
            <a:chOff x="1614" y="2580"/>
            <a:chExt cx="3409" cy="753"/>
          </a:xfrm>
        </p:grpSpPr>
        <p:grpSp>
          <p:nvGrpSpPr>
            <p:cNvPr id="43685" name="Group 274"/>
            <p:cNvGrpSpPr/>
            <p:nvPr/>
          </p:nvGrpSpPr>
          <p:grpSpPr>
            <a:xfrm>
              <a:off x="1614" y="2584"/>
              <a:ext cx="2187" cy="749"/>
              <a:chOff x="1614" y="2584"/>
              <a:chExt cx="2187" cy="749"/>
            </a:xfrm>
          </p:grpSpPr>
          <p:sp>
            <p:nvSpPr>
              <p:cNvPr id="44055" name="Rectangle 74"/>
              <p:cNvSpPr/>
              <p:nvPr/>
            </p:nvSpPr>
            <p:spPr>
              <a:xfrm>
                <a:off x="1614" y="2584"/>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6" name="Rectangle 75"/>
              <p:cNvSpPr/>
              <p:nvPr/>
            </p:nvSpPr>
            <p:spPr>
              <a:xfrm>
                <a:off x="1614" y="259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7" name="Rectangle 76"/>
              <p:cNvSpPr/>
              <p:nvPr/>
            </p:nvSpPr>
            <p:spPr>
              <a:xfrm>
                <a:off x="1614" y="2615"/>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8" name="Rectangle 77"/>
              <p:cNvSpPr/>
              <p:nvPr/>
            </p:nvSpPr>
            <p:spPr>
              <a:xfrm>
                <a:off x="1614" y="263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9" name="Rectangle 78"/>
              <p:cNvSpPr/>
              <p:nvPr/>
            </p:nvSpPr>
            <p:spPr>
              <a:xfrm>
                <a:off x="1614" y="264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0" name="Rectangle 79"/>
              <p:cNvSpPr/>
              <p:nvPr/>
            </p:nvSpPr>
            <p:spPr>
              <a:xfrm>
                <a:off x="1614" y="266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1" name="Rectangle 80"/>
              <p:cNvSpPr/>
              <p:nvPr/>
            </p:nvSpPr>
            <p:spPr>
              <a:xfrm>
                <a:off x="1614" y="267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2" name="Rectangle 81"/>
              <p:cNvSpPr/>
              <p:nvPr/>
            </p:nvSpPr>
            <p:spPr>
              <a:xfrm>
                <a:off x="1614" y="269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3" name="Rectangle 82"/>
              <p:cNvSpPr/>
              <p:nvPr/>
            </p:nvSpPr>
            <p:spPr>
              <a:xfrm>
                <a:off x="1614" y="270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4" name="Rectangle 83"/>
              <p:cNvSpPr/>
              <p:nvPr/>
            </p:nvSpPr>
            <p:spPr>
              <a:xfrm>
                <a:off x="1614" y="272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5" name="Rectangle 84"/>
              <p:cNvSpPr/>
              <p:nvPr/>
            </p:nvSpPr>
            <p:spPr>
              <a:xfrm>
                <a:off x="1614" y="273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6" name="Rectangle 85"/>
              <p:cNvSpPr/>
              <p:nvPr/>
            </p:nvSpPr>
            <p:spPr>
              <a:xfrm>
                <a:off x="1614" y="275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7" name="Rectangle 86"/>
              <p:cNvSpPr/>
              <p:nvPr/>
            </p:nvSpPr>
            <p:spPr>
              <a:xfrm>
                <a:off x="1614" y="277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8" name="Rectangle 87"/>
              <p:cNvSpPr/>
              <p:nvPr/>
            </p:nvSpPr>
            <p:spPr>
              <a:xfrm>
                <a:off x="1614" y="2786"/>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69" name="Rectangle 88"/>
              <p:cNvSpPr/>
              <p:nvPr/>
            </p:nvSpPr>
            <p:spPr>
              <a:xfrm>
                <a:off x="1614" y="280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0" name="Rectangle 89"/>
              <p:cNvSpPr/>
              <p:nvPr/>
            </p:nvSpPr>
            <p:spPr>
              <a:xfrm>
                <a:off x="1614" y="2817"/>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1" name="Rectangle 90"/>
              <p:cNvSpPr/>
              <p:nvPr/>
            </p:nvSpPr>
            <p:spPr>
              <a:xfrm>
                <a:off x="1614" y="283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2" name="Rectangle 91"/>
              <p:cNvSpPr/>
              <p:nvPr/>
            </p:nvSpPr>
            <p:spPr>
              <a:xfrm>
                <a:off x="1614" y="2848"/>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3" name="Rectangle 92"/>
              <p:cNvSpPr/>
              <p:nvPr/>
            </p:nvSpPr>
            <p:spPr>
              <a:xfrm>
                <a:off x="1614" y="286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4" name="Rectangle 93"/>
              <p:cNvSpPr/>
              <p:nvPr/>
            </p:nvSpPr>
            <p:spPr>
              <a:xfrm>
                <a:off x="1614" y="2879"/>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5" name="Rectangle 94"/>
              <p:cNvSpPr/>
              <p:nvPr/>
            </p:nvSpPr>
            <p:spPr>
              <a:xfrm>
                <a:off x="1614" y="289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6" name="Rectangle 95"/>
              <p:cNvSpPr/>
              <p:nvPr/>
            </p:nvSpPr>
            <p:spPr>
              <a:xfrm>
                <a:off x="1614" y="291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7" name="Rectangle 96"/>
              <p:cNvSpPr/>
              <p:nvPr/>
            </p:nvSpPr>
            <p:spPr>
              <a:xfrm>
                <a:off x="1614" y="29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8" name="Rectangle 97"/>
              <p:cNvSpPr/>
              <p:nvPr/>
            </p:nvSpPr>
            <p:spPr>
              <a:xfrm>
                <a:off x="1614" y="294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79" name="Rectangle 98"/>
              <p:cNvSpPr/>
              <p:nvPr/>
            </p:nvSpPr>
            <p:spPr>
              <a:xfrm>
                <a:off x="1614" y="295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0" name="Rectangle 99"/>
              <p:cNvSpPr/>
              <p:nvPr/>
            </p:nvSpPr>
            <p:spPr>
              <a:xfrm>
                <a:off x="1614" y="297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1" name="Rectangle 100"/>
              <p:cNvSpPr/>
              <p:nvPr/>
            </p:nvSpPr>
            <p:spPr>
              <a:xfrm>
                <a:off x="1614" y="298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2" name="Rectangle 101"/>
              <p:cNvSpPr/>
              <p:nvPr/>
            </p:nvSpPr>
            <p:spPr>
              <a:xfrm>
                <a:off x="1614" y="300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3" name="Rectangle 102"/>
              <p:cNvSpPr/>
              <p:nvPr/>
            </p:nvSpPr>
            <p:spPr>
              <a:xfrm>
                <a:off x="1614" y="301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4" name="Rectangle 103"/>
              <p:cNvSpPr/>
              <p:nvPr/>
            </p:nvSpPr>
            <p:spPr>
              <a:xfrm>
                <a:off x="1614" y="303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5" name="Rectangle 104"/>
              <p:cNvSpPr/>
              <p:nvPr/>
            </p:nvSpPr>
            <p:spPr>
              <a:xfrm>
                <a:off x="1614" y="3050"/>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6" name="Rectangle 105"/>
              <p:cNvSpPr/>
              <p:nvPr/>
            </p:nvSpPr>
            <p:spPr>
              <a:xfrm>
                <a:off x="1614" y="306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7" name="Rectangle 106"/>
              <p:cNvSpPr/>
              <p:nvPr/>
            </p:nvSpPr>
            <p:spPr>
              <a:xfrm>
                <a:off x="1614" y="3081"/>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8" name="Rectangle 107"/>
              <p:cNvSpPr/>
              <p:nvPr/>
            </p:nvSpPr>
            <p:spPr>
              <a:xfrm>
                <a:off x="1614" y="309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89" name="Rectangle 108"/>
              <p:cNvSpPr/>
              <p:nvPr/>
            </p:nvSpPr>
            <p:spPr>
              <a:xfrm>
                <a:off x="1614" y="3112"/>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0" name="Rectangle 109"/>
              <p:cNvSpPr/>
              <p:nvPr/>
            </p:nvSpPr>
            <p:spPr>
              <a:xfrm>
                <a:off x="1614" y="312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1" name="Rectangle 110"/>
              <p:cNvSpPr/>
              <p:nvPr/>
            </p:nvSpPr>
            <p:spPr>
              <a:xfrm>
                <a:off x="1614" y="3143"/>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2" name="Rectangle 111"/>
              <p:cNvSpPr/>
              <p:nvPr/>
            </p:nvSpPr>
            <p:spPr>
              <a:xfrm>
                <a:off x="1614" y="315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3" name="Rectangle 112"/>
              <p:cNvSpPr/>
              <p:nvPr/>
            </p:nvSpPr>
            <p:spPr>
              <a:xfrm>
                <a:off x="1614" y="317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4" name="Rectangle 113"/>
              <p:cNvSpPr/>
              <p:nvPr/>
            </p:nvSpPr>
            <p:spPr>
              <a:xfrm>
                <a:off x="1614" y="318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5" name="Rectangle 114"/>
              <p:cNvSpPr/>
              <p:nvPr/>
            </p:nvSpPr>
            <p:spPr>
              <a:xfrm>
                <a:off x="1614" y="320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6" name="Rectangle 115"/>
              <p:cNvSpPr/>
              <p:nvPr/>
            </p:nvSpPr>
            <p:spPr>
              <a:xfrm>
                <a:off x="1614" y="322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7" name="Rectangle 116"/>
              <p:cNvSpPr/>
              <p:nvPr/>
            </p:nvSpPr>
            <p:spPr>
              <a:xfrm>
                <a:off x="1614" y="323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8" name="Rectangle 117"/>
              <p:cNvSpPr/>
              <p:nvPr/>
            </p:nvSpPr>
            <p:spPr>
              <a:xfrm>
                <a:off x="1614" y="325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99" name="Rectangle 118"/>
              <p:cNvSpPr/>
              <p:nvPr/>
            </p:nvSpPr>
            <p:spPr>
              <a:xfrm>
                <a:off x="1614" y="326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0" name="Rectangle 119"/>
              <p:cNvSpPr/>
              <p:nvPr/>
            </p:nvSpPr>
            <p:spPr>
              <a:xfrm>
                <a:off x="1614" y="328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1" name="Rectangle 120"/>
              <p:cNvSpPr/>
              <p:nvPr/>
            </p:nvSpPr>
            <p:spPr>
              <a:xfrm>
                <a:off x="1614" y="329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2" name="Rectangle 121"/>
              <p:cNvSpPr/>
              <p:nvPr/>
            </p:nvSpPr>
            <p:spPr>
              <a:xfrm>
                <a:off x="1614" y="3314"/>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3" name="Rectangle 122"/>
              <p:cNvSpPr/>
              <p:nvPr/>
            </p:nvSpPr>
            <p:spPr>
              <a:xfrm>
                <a:off x="161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4" name="Rectangle 123"/>
              <p:cNvSpPr/>
              <p:nvPr/>
            </p:nvSpPr>
            <p:spPr>
              <a:xfrm>
                <a:off x="163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5" name="Rectangle 124"/>
              <p:cNvSpPr/>
              <p:nvPr/>
            </p:nvSpPr>
            <p:spPr>
              <a:xfrm>
                <a:off x="164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6" name="Rectangle 125"/>
              <p:cNvSpPr/>
              <p:nvPr/>
            </p:nvSpPr>
            <p:spPr>
              <a:xfrm>
                <a:off x="166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7" name="Rectangle 126"/>
              <p:cNvSpPr/>
              <p:nvPr/>
            </p:nvSpPr>
            <p:spPr>
              <a:xfrm>
                <a:off x="167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8" name="Rectangle 127"/>
              <p:cNvSpPr/>
              <p:nvPr/>
            </p:nvSpPr>
            <p:spPr>
              <a:xfrm>
                <a:off x="169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09" name="Rectangle 128"/>
              <p:cNvSpPr/>
              <p:nvPr/>
            </p:nvSpPr>
            <p:spPr>
              <a:xfrm>
                <a:off x="170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0" name="Rectangle 129"/>
              <p:cNvSpPr/>
              <p:nvPr/>
            </p:nvSpPr>
            <p:spPr>
              <a:xfrm>
                <a:off x="171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1" name="Rectangle 130"/>
              <p:cNvSpPr/>
              <p:nvPr/>
            </p:nvSpPr>
            <p:spPr>
              <a:xfrm>
                <a:off x="173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2" name="Rectangle 131"/>
              <p:cNvSpPr/>
              <p:nvPr/>
            </p:nvSpPr>
            <p:spPr>
              <a:xfrm>
                <a:off x="174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3" name="Rectangle 132"/>
              <p:cNvSpPr/>
              <p:nvPr/>
            </p:nvSpPr>
            <p:spPr>
              <a:xfrm>
                <a:off x="176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4" name="Rectangle 133"/>
              <p:cNvSpPr/>
              <p:nvPr/>
            </p:nvSpPr>
            <p:spPr>
              <a:xfrm>
                <a:off x="177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5" name="Rectangle 134"/>
              <p:cNvSpPr/>
              <p:nvPr/>
            </p:nvSpPr>
            <p:spPr>
              <a:xfrm>
                <a:off x="179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6" name="Rectangle 135"/>
              <p:cNvSpPr/>
              <p:nvPr/>
            </p:nvSpPr>
            <p:spPr>
              <a:xfrm>
                <a:off x="180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7" name="Rectangle 136"/>
              <p:cNvSpPr/>
              <p:nvPr/>
            </p:nvSpPr>
            <p:spPr>
              <a:xfrm>
                <a:off x="1819"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8" name="Rectangle 137"/>
              <p:cNvSpPr/>
              <p:nvPr/>
            </p:nvSpPr>
            <p:spPr>
              <a:xfrm>
                <a:off x="183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19" name="Rectangle 138"/>
              <p:cNvSpPr/>
              <p:nvPr/>
            </p:nvSpPr>
            <p:spPr>
              <a:xfrm>
                <a:off x="184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0" name="Rectangle 139"/>
              <p:cNvSpPr/>
              <p:nvPr/>
            </p:nvSpPr>
            <p:spPr>
              <a:xfrm>
                <a:off x="186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1" name="Rectangle 140"/>
              <p:cNvSpPr/>
              <p:nvPr/>
            </p:nvSpPr>
            <p:spPr>
              <a:xfrm>
                <a:off x="187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2" name="Rectangle 141"/>
              <p:cNvSpPr/>
              <p:nvPr/>
            </p:nvSpPr>
            <p:spPr>
              <a:xfrm>
                <a:off x="189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3" name="Rectangle 142"/>
              <p:cNvSpPr/>
              <p:nvPr/>
            </p:nvSpPr>
            <p:spPr>
              <a:xfrm>
                <a:off x="190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4" name="Rectangle 143"/>
              <p:cNvSpPr/>
              <p:nvPr/>
            </p:nvSpPr>
            <p:spPr>
              <a:xfrm>
                <a:off x="192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5" name="Rectangle 144"/>
              <p:cNvSpPr/>
              <p:nvPr/>
            </p:nvSpPr>
            <p:spPr>
              <a:xfrm>
                <a:off x="193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6" name="Rectangle 145"/>
              <p:cNvSpPr/>
              <p:nvPr/>
            </p:nvSpPr>
            <p:spPr>
              <a:xfrm>
                <a:off x="194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7" name="Rectangle 146"/>
              <p:cNvSpPr/>
              <p:nvPr/>
            </p:nvSpPr>
            <p:spPr>
              <a:xfrm>
                <a:off x="196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8" name="Rectangle 147"/>
              <p:cNvSpPr/>
              <p:nvPr/>
            </p:nvSpPr>
            <p:spPr>
              <a:xfrm>
                <a:off x="197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29" name="Rectangle 148"/>
              <p:cNvSpPr/>
              <p:nvPr/>
            </p:nvSpPr>
            <p:spPr>
              <a:xfrm>
                <a:off x="199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0" name="Rectangle 149"/>
              <p:cNvSpPr/>
              <p:nvPr/>
            </p:nvSpPr>
            <p:spPr>
              <a:xfrm>
                <a:off x="200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1" name="Rectangle 150"/>
              <p:cNvSpPr/>
              <p:nvPr/>
            </p:nvSpPr>
            <p:spPr>
              <a:xfrm>
                <a:off x="202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2" name="Rectangle 151"/>
              <p:cNvSpPr/>
              <p:nvPr/>
            </p:nvSpPr>
            <p:spPr>
              <a:xfrm>
                <a:off x="203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3" name="Rectangle 152"/>
              <p:cNvSpPr/>
              <p:nvPr/>
            </p:nvSpPr>
            <p:spPr>
              <a:xfrm>
                <a:off x="205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4" name="Rectangle 153"/>
              <p:cNvSpPr/>
              <p:nvPr/>
            </p:nvSpPr>
            <p:spPr>
              <a:xfrm>
                <a:off x="2064"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5" name="Rectangle 154"/>
              <p:cNvSpPr/>
              <p:nvPr/>
            </p:nvSpPr>
            <p:spPr>
              <a:xfrm>
                <a:off x="207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6" name="Rectangle 155"/>
              <p:cNvSpPr/>
              <p:nvPr/>
            </p:nvSpPr>
            <p:spPr>
              <a:xfrm>
                <a:off x="209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7" name="Rectangle 156"/>
              <p:cNvSpPr/>
              <p:nvPr/>
            </p:nvSpPr>
            <p:spPr>
              <a:xfrm>
                <a:off x="210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8" name="Rectangle 157"/>
              <p:cNvSpPr/>
              <p:nvPr/>
            </p:nvSpPr>
            <p:spPr>
              <a:xfrm>
                <a:off x="212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39" name="Rectangle 158"/>
              <p:cNvSpPr/>
              <p:nvPr/>
            </p:nvSpPr>
            <p:spPr>
              <a:xfrm>
                <a:off x="213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0" name="Rectangle 159"/>
              <p:cNvSpPr/>
              <p:nvPr/>
            </p:nvSpPr>
            <p:spPr>
              <a:xfrm>
                <a:off x="215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1" name="Rectangle 160"/>
              <p:cNvSpPr/>
              <p:nvPr/>
            </p:nvSpPr>
            <p:spPr>
              <a:xfrm>
                <a:off x="216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2" name="Rectangle 161"/>
              <p:cNvSpPr/>
              <p:nvPr/>
            </p:nvSpPr>
            <p:spPr>
              <a:xfrm>
                <a:off x="218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3" name="Rectangle 162"/>
              <p:cNvSpPr/>
              <p:nvPr/>
            </p:nvSpPr>
            <p:spPr>
              <a:xfrm>
                <a:off x="219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4" name="Rectangle 163"/>
              <p:cNvSpPr/>
              <p:nvPr/>
            </p:nvSpPr>
            <p:spPr>
              <a:xfrm>
                <a:off x="220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5" name="Rectangle 164"/>
              <p:cNvSpPr/>
              <p:nvPr/>
            </p:nvSpPr>
            <p:spPr>
              <a:xfrm>
                <a:off x="222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6" name="Rectangle 165"/>
              <p:cNvSpPr/>
              <p:nvPr/>
            </p:nvSpPr>
            <p:spPr>
              <a:xfrm>
                <a:off x="223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7" name="Rectangle 166"/>
              <p:cNvSpPr/>
              <p:nvPr/>
            </p:nvSpPr>
            <p:spPr>
              <a:xfrm>
                <a:off x="225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8" name="Rectangle 167"/>
              <p:cNvSpPr/>
              <p:nvPr/>
            </p:nvSpPr>
            <p:spPr>
              <a:xfrm>
                <a:off x="226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49" name="Rectangle 168"/>
              <p:cNvSpPr/>
              <p:nvPr/>
            </p:nvSpPr>
            <p:spPr>
              <a:xfrm>
                <a:off x="228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0" name="Rectangle 169"/>
              <p:cNvSpPr/>
              <p:nvPr/>
            </p:nvSpPr>
            <p:spPr>
              <a:xfrm>
                <a:off x="229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1" name="Rectangle 170"/>
              <p:cNvSpPr/>
              <p:nvPr/>
            </p:nvSpPr>
            <p:spPr>
              <a:xfrm>
                <a:off x="231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2" name="Rectangle 171"/>
              <p:cNvSpPr/>
              <p:nvPr/>
            </p:nvSpPr>
            <p:spPr>
              <a:xfrm>
                <a:off x="232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3" name="Rectangle 172"/>
              <p:cNvSpPr/>
              <p:nvPr/>
            </p:nvSpPr>
            <p:spPr>
              <a:xfrm>
                <a:off x="233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4" name="Rectangle 173"/>
              <p:cNvSpPr/>
              <p:nvPr/>
            </p:nvSpPr>
            <p:spPr>
              <a:xfrm>
                <a:off x="235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5" name="Rectangle 174"/>
              <p:cNvSpPr/>
              <p:nvPr/>
            </p:nvSpPr>
            <p:spPr>
              <a:xfrm>
                <a:off x="236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6" name="Rectangle 175"/>
              <p:cNvSpPr/>
              <p:nvPr/>
            </p:nvSpPr>
            <p:spPr>
              <a:xfrm>
                <a:off x="238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7" name="Rectangle 176"/>
              <p:cNvSpPr/>
              <p:nvPr/>
            </p:nvSpPr>
            <p:spPr>
              <a:xfrm>
                <a:off x="239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8" name="Rectangle 177"/>
              <p:cNvSpPr/>
              <p:nvPr/>
            </p:nvSpPr>
            <p:spPr>
              <a:xfrm>
                <a:off x="241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59" name="Rectangle 178"/>
              <p:cNvSpPr/>
              <p:nvPr/>
            </p:nvSpPr>
            <p:spPr>
              <a:xfrm>
                <a:off x="242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0" name="Rectangle 179"/>
              <p:cNvSpPr/>
              <p:nvPr/>
            </p:nvSpPr>
            <p:spPr>
              <a:xfrm>
                <a:off x="243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1" name="Rectangle 180"/>
              <p:cNvSpPr/>
              <p:nvPr/>
            </p:nvSpPr>
            <p:spPr>
              <a:xfrm>
                <a:off x="245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2" name="Rectangle 181"/>
              <p:cNvSpPr/>
              <p:nvPr/>
            </p:nvSpPr>
            <p:spPr>
              <a:xfrm>
                <a:off x="246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3" name="Rectangle 182"/>
              <p:cNvSpPr/>
              <p:nvPr/>
            </p:nvSpPr>
            <p:spPr>
              <a:xfrm>
                <a:off x="248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4" name="Rectangle 183"/>
              <p:cNvSpPr/>
              <p:nvPr/>
            </p:nvSpPr>
            <p:spPr>
              <a:xfrm>
                <a:off x="249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5" name="Rectangle 184"/>
              <p:cNvSpPr/>
              <p:nvPr/>
            </p:nvSpPr>
            <p:spPr>
              <a:xfrm>
                <a:off x="2511"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6" name="Rectangle 185"/>
              <p:cNvSpPr/>
              <p:nvPr/>
            </p:nvSpPr>
            <p:spPr>
              <a:xfrm>
                <a:off x="252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7" name="Rectangle 186"/>
              <p:cNvSpPr/>
              <p:nvPr/>
            </p:nvSpPr>
            <p:spPr>
              <a:xfrm>
                <a:off x="254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8" name="Rectangle 187"/>
              <p:cNvSpPr/>
              <p:nvPr/>
            </p:nvSpPr>
            <p:spPr>
              <a:xfrm>
                <a:off x="255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69" name="Rectangle 188"/>
              <p:cNvSpPr/>
              <p:nvPr/>
            </p:nvSpPr>
            <p:spPr>
              <a:xfrm>
                <a:off x="256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0" name="Rectangle 189"/>
              <p:cNvSpPr/>
              <p:nvPr/>
            </p:nvSpPr>
            <p:spPr>
              <a:xfrm>
                <a:off x="258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1" name="Rectangle 190"/>
              <p:cNvSpPr/>
              <p:nvPr/>
            </p:nvSpPr>
            <p:spPr>
              <a:xfrm>
                <a:off x="259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2" name="Rectangle 191"/>
              <p:cNvSpPr/>
              <p:nvPr/>
            </p:nvSpPr>
            <p:spPr>
              <a:xfrm>
                <a:off x="261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3" name="Rectangle 192"/>
              <p:cNvSpPr/>
              <p:nvPr/>
            </p:nvSpPr>
            <p:spPr>
              <a:xfrm>
                <a:off x="262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4" name="Rectangle 193"/>
              <p:cNvSpPr/>
              <p:nvPr/>
            </p:nvSpPr>
            <p:spPr>
              <a:xfrm>
                <a:off x="264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5" name="Rectangle 194"/>
              <p:cNvSpPr/>
              <p:nvPr/>
            </p:nvSpPr>
            <p:spPr>
              <a:xfrm>
                <a:off x="265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6" name="Rectangle 195"/>
              <p:cNvSpPr/>
              <p:nvPr/>
            </p:nvSpPr>
            <p:spPr>
              <a:xfrm>
                <a:off x="267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7" name="Rectangle 196"/>
              <p:cNvSpPr/>
              <p:nvPr/>
            </p:nvSpPr>
            <p:spPr>
              <a:xfrm>
                <a:off x="268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8" name="Rectangle 197"/>
              <p:cNvSpPr/>
              <p:nvPr/>
            </p:nvSpPr>
            <p:spPr>
              <a:xfrm>
                <a:off x="269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79" name="Rectangle 198"/>
              <p:cNvSpPr/>
              <p:nvPr/>
            </p:nvSpPr>
            <p:spPr>
              <a:xfrm>
                <a:off x="271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0" name="Rectangle 199"/>
              <p:cNvSpPr/>
              <p:nvPr/>
            </p:nvSpPr>
            <p:spPr>
              <a:xfrm>
                <a:off x="272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1" name="Rectangle 200"/>
              <p:cNvSpPr/>
              <p:nvPr/>
            </p:nvSpPr>
            <p:spPr>
              <a:xfrm>
                <a:off x="274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2" name="Rectangle 201"/>
              <p:cNvSpPr/>
              <p:nvPr/>
            </p:nvSpPr>
            <p:spPr>
              <a:xfrm>
                <a:off x="275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3" name="Rectangle 202"/>
              <p:cNvSpPr/>
              <p:nvPr/>
            </p:nvSpPr>
            <p:spPr>
              <a:xfrm>
                <a:off x="277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4" name="Rectangle 203"/>
              <p:cNvSpPr/>
              <p:nvPr/>
            </p:nvSpPr>
            <p:spPr>
              <a:xfrm>
                <a:off x="278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5" name="Rectangle 204"/>
              <p:cNvSpPr/>
              <p:nvPr/>
            </p:nvSpPr>
            <p:spPr>
              <a:xfrm>
                <a:off x="280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6" name="Rectangle 205"/>
              <p:cNvSpPr/>
              <p:nvPr/>
            </p:nvSpPr>
            <p:spPr>
              <a:xfrm>
                <a:off x="281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7" name="Rectangle 206"/>
              <p:cNvSpPr/>
              <p:nvPr/>
            </p:nvSpPr>
            <p:spPr>
              <a:xfrm>
                <a:off x="282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8" name="Rectangle 207"/>
              <p:cNvSpPr/>
              <p:nvPr/>
            </p:nvSpPr>
            <p:spPr>
              <a:xfrm>
                <a:off x="284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89" name="Rectangle 208"/>
              <p:cNvSpPr/>
              <p:nvPr/>
            </p:nvSpPr>
            <p:spPr>
              <a:xfrm>
                <a:off x="285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0" name="Rectangle 209"/>
              <p:cNvSpPr/>
              <p:nvPr/>
            </p:nvSpPr>
            <p:spPr>
              <a:xfrm>
                <a:off x="287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1" name="Rectangle 210"/>
              <p:cNvSpPr/>
              <p:nvPr/>
            </p:nvSpPr>
            <p:spPr>
              <a:xfrm>
                <a:off x="288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2" name="Rectangle 211"/>
              <p:cNvSpPr/>
              <p:nvPr/>
            </p:nvSpPr>
            <p:spPr>
              <a:xfrm>
                <a:off x="290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3" name="Rectangle 212"/>
              <p:cNvSpPr/>
              <p:nvPr/>
            </p:nvSpPr>
            <p:spPr>
              <a:xfrm>
                <a:off x="291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4" name="Rectangle 213"/>
              <p:cNvSpPr/>
              <p:nvPr/>
            </p:nvSpPr>
            <p:spPr>
              <a:xfrm>
                <a:off x="292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5" name="Rectangle 214"/>
              <p:cNvSpPr/>
              <p:nvPr/>
            </p:nvSpPr>
            <p:spPr>
              <a:xfrm>
                <a:off x="294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6" name="Rectangle 215"/>
              <p:cNvSpPr/>
              <p:nvPr/>
            </p:nvSpPr>
            <p:spPr>
              <a:xfrm>
                <a:off x="295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7" name="Rectangle 216"/>
              <p:cNvSpPr/>
              <p:nvPr/>
            </p:nvSpPr>
            <p:spPr>
              <a:xfrm>
                <a:off x="297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8" name="Rectangle 217"/>
              <p:cNvSpPr/>
              <p:nvPr/>
            </p:nvSpPr>
            <p:spPr>
              <a:xfrm>
                <a:off x="298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199" name="Rectangle 218"/>
              <p:cNvSpPr/>
              <p:nvPr/>
            </p:nvSpPr>
            <p:spPr>
              <a:xfrm>
                <a:off x="3001"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0" name="Rectangle 219"/>
              <p:cNvSpPr/>
              <p:nvPr/>
            </p:nvSpPr>
            <p:spPr>
              <a:xfrm>
                <a:off x="301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1" name="Rectangle 220"/>
              <p:cNvSpPr/>
              <p:nvPr/>
            </p:nvSpPr>
            <p:spPr>
              <a:xfrm>
                <a:off x="303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2" name="Rectangle 221"/>
              <p:cNvSpPr/>
              <p:nvPr/>
            </p:nvSpPr>
            <p:spPr>
              <a:xfrm>
                <a:off x="304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3" name="Rectangle 222"/>
              <p:cNvSpPr/>
              <p:nvPr/>
            </p:nvSpPr>
            <p:spPr>
              <a:xfrm>
                <a:off x="305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4" name="Rectangle 223"/>
              <p:cNvSpPr/>
              <p:nvPr/>
            </p:nvSpPr>
            <p:spPr>
              <a:xfrm>
                <a:off x="307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5" name="Rectangle 224"/>
              <p:cNvSpPr/>
              <p:nvPr/>
            </p:nvSpPr>
            <p:spPr>
              <a:xfrm>
                <a:off x="308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6" name="Rectangle 225"/>
              <p:cNvSpPr/>
              <p:nvPr/>
            </p:nvSpPr>
            <p:spPr>
              <a:xfrm>
                <a:off x="310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7" name="Rectangle 226"/>
              <p:cNvSpPr/>
              <p:nvPr/>
            </p:nvSpPr>
            <p:spPr>
              <a:xfrm>
                <a:off x="311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8" name="Rectangle 227"/>
              <p:cNvSpPr/>
              <p:nvPr/>
            </p:nvSpPr>
            <p:spPr>
              <a:xfrm>
                <a:off x="313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09" name="Rectangle 228"/>
              <p:cNvSpPr/>
              <p:nvPr/>
            </p:nvSpPr>
            <p:spPr>
              <a:xfrm>
                <a:off x="314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0" name="Rectangle 229"/>
              <p:cNvSpPr/>
              <p:nvPr/>
            </p:nvSpPr>
            <p:spPr>
              <a:xfrm>
                <a:off x="316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1" name="Rectangle 230"/>
              <p:cNvSpPr/>
              <p:nvPr/>
            </p:nvSpPr>
            <p:spPr>
              <a:xfrm>
                <a:off x="3174"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2" name="Rectangle 231"/>
              <p:cNvSpPr/>
              <p:nvPr/>
            </p:nvSpPr>
            <p:spPr>
              <a:xfrm>
                <a:off x="318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3" name="Rectangle 232"/>
              <p:cNvSpPr/>
              <p:nvPr/>
            </p:nvSpPr>
            <p:spPr>
              <a:xfrm>
                <a:off x="320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4" name="Rectangle 233"/>
              <p:cNvSpPr/>
              <p:nvPr/>
            </p:nvSpPr>
            <p:spPr>
              <a:xfrm>
                <a:off x="321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5" name="Rectangle 234"/>
              <p:cNvSpPr/>
              <p:nvPr/>
            </p:nvSpPr>
            <p:spPr>
              <a:xfrm>
                <a:off x="323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6" name="Rectangle 235"/>
              <p:cNvSpPr/>
              <p:nvPr/>
            </p:nvSpPr>
            <p:spPr>
              <a:xfrm>
                <a:off x="324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7" name="Rectangle 236"/>
              <p:cNvSpPr/>
              <p:nvPr/>
            </p:nvSpPr>
            <p:spPr>
              <a:xfrm>
                <a:off x="326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8" name="Rectangle 237"/>
              <p:cNvSpPr/>
              <p:nvPr/>
            </p:nvSpPr>
            <p:spPr>
              <a:xfrm>
                <a:off x="327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19" name="Rectangle 238"/>
              <p:cNvSpPr/>
              <p:nvPr/>
            </p:nvSpPr>
            <p:spPr>
              <a:xfrm>
                <a:off x="329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0" name="Rectangle 239"/>
              <p:cNvSpPr/>
              <p:nvPr/>
            </p:nvSpPr>
            <p:spPr>
              <a:xfrm>
                <a:off x="330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1" name="Rectangle 240"/>
              <p:cNvSpPr/>
              <p:nvPr/>
            </p:nvSpPr>
            <p:spPr>
              <a:xfrm>
                <a:off x="331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2" name="Rectangle 241"/>
              <p:cNvSpPr/>
              <p:nvPr/>
            </p:nvSpPr>
            <p:spPr>
              <a:xfrm>
                <a:off x="333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3" name="Rectangle 242"/>
              <p:cNvSpPr/>
              <p:nvPr/>
            </p:nvSpPr>
            <p:spPr>
              <a:xfrm>
                <a:off x="334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4" name="Rectangle 243"/>
              <p:cNvSpPr/>
              <p:nvPr/>
            </p:nvSpPr>
            <p:spPr>
              <a:xfrm>
                <a:off x="336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5" name="Rectangle 244"/>
              <p:cNvSpPr/>
              <p:nvPr/>
            </p:nvSpPr>
            <p:spPr>
              <a:xfrm>
                <a:off x="337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6" name="Rectangle 245"/>
              <p:cNvSpPr/>
              <p:nvPr/>
            </p:nvSpPr>
            <p:spPr>
              <a:xfrm>
                <a:off x="339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7" name="Rectangle 246"/>
              <p:cNvSpPr/>
              <p:nvPr/>
            </p:nvSpPr>
            <p:spPr>
              <a:xfrm>
                <a:off x="340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8" name="Rectangle 247"/>
              <p:cNvSpPr/>
              <p:nvPr/>
            </p:nvSpPr>
            <p:spPr>
              <a:xfrm>
                <a:off x="3419"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29" name="Rectangle 248"/>
              <p:cNvSpPr/>
              <p:nvPr/>
            </p:nvSpPr>
            <p:spPr>
              <a:xfrm>
                <a:off x="343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0" name="Rectangle 249"/>
              <p:cNvSpPr/>
              <p:nvPr/>
            </p:nvSpPr>
            <p:spPr>
              <a:xfrm>
                <a:off x="344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1" name="Rectangle 250"/>
              <p:cNvSpPr/>
              <p:nvPr/>
            </p:nvSpPr>
            <p:spPr>
              <a:xfrm>
                <a:off x="346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2" name="Rectangle 251"/>
              <p:cNvSpPr/>
              <p:nvPr/>
            </p:nvSpPr>
            <p:spPr>
              <a:xfrm>
                <a:off x="347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3" name="Rectangle 252"/>
              <p:cNvSpPr/>
              <p:nvPr/>
            </p:nvSpPr>
            <p:spPr>
              <a:xfrm>
                <a:off x="3491"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4" name="Rectangle 253"/>
              <p:cNvSpPr/>
              <p:nvPr/>
            </p:nvSpPr>
            <p:spPr>
              <a:xfrm>
                <a:off x="350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5" name="Rectangle 254"/>
              <p:cNvSpPr/>
              <p:nvPr/>
            </p:nvSpPr>
            <p:spPr>
              <a:xfrm>
                <a:off x="352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6" name="Rectangle 255"/>
              <p:cNvSpPr/>
              <p:nvPr/>
            </p:nvSpPr>
            <p:spPr>
              <a:xfrm>
                <a:off x="353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7" name="Rectangle 256"/>
              <p:cNvSpPr/>
              <p:nvPr/>
            </p:nvSpPr>
            <p:spPr>
              <a:xfrm>
                <a:off x="354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8" name="Rectangle 257"/>
              <p:cNvSpPr/>
              <p:nvPr/>
            </p:nvSpPr>
            <p:spPr>
              <a:xfrm>
                <a:off x="356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39" name="Rectangle 258"/>
              <p:cNvSpPr/>
              <p:nvPr/>
            </p:nvSpPr>
            <p:spPr>
              <a:xfrm>
                <a:off x="357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0" name="Rectangle 259"/>
              <p:cNvSpPr/>
              <p:nvPr/>
            </p:nvSpPr>
            <p:spPr>
              <a:xfrm>
                <a:off x="359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1" name="Rectangle 260"/>
              <p:cNvSpPr/>
              <p:nvPr/>
            </p:nvSpPr>
            <p:spPr>
              <a:xfrm>
                <a:off x="360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2" name="Rectangle 261"/>
              <p:cNvSpPr/>
              <p:nvPr/>
            </p:nvSpPr>
            <p:spPr>
              <a:xfrm>
                <a:off x="362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3" name="Rectangle 262"/>
              <p:cNvSpPr/>
              <p:nvPr/>
            </p:nvSpPr>
            <p:spPr>
              <a:xfrm>
                <a:off x="363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4" name="Rectangle 263"/>
              <p:cNvSpPr/>
              <p:nvPr/>
            </p:nvSpPr>
            <p:spPr>
              <a:xfrm>
                <a:off x="365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5" name="Rectangle 264"/>
              <p:cNvSpPr/>
              <p:nvPr/>
            </p:nvSpPr>
            <p:spPr>
              <a:xfrm>
                <a:off x="3664"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6" name="Rectangle 265"/>
              <p:cNvSpPr/>
              <p:nvPr/>
            </p:nvSpPr>
            <p:spPr>
              <a:xfrm>
                <a:off x="367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7" name="Rectangle 266"/>
              <p:cNvSpPr/>
              <p:nvPr/>
            </p:nvSpPr>
            <p:spPr>
              <a:xfrm>
                <a:off x="369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8" name="Rectangle 267"/>
              <p:cNvSpPr/>
              <p:nvPr/>
            </p:nvSpPr>
            <p:spPr>
              <a:xfrm>
                <a:off x="370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49" name="Rectangle 268"/>
              <p:cNvSpPr/>
              <p:nvPr/>
            </p:nvSpPr>
            <p:spPr>
              <a:xfrm>
                <a:off x="372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50" name="Rectangle 269"/>
              <p:cNvSpPr/>
              <p:nvPr/>
            </p:nvSpPr>
            <p:spPr>
              <a:xfrm>
                <a:off x="373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51" name="Rectangle 270"/>
              <p:cNvSpPr/>
              <p:nvPr/>
            </p:nvSpPr>
            <p:spPr>
              <a:xfrm>
                <a:off x="375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52" name="Rectangle 271"/>
              <p:cNvSpPr/>
              <p:nvPr/>
            </p:nvSpPr>
            <p:spPr>
              <a:xfrm>
                <a:off x="376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53" name="Rectangle 272"/>
              <p:cNvSpPr/>
              <p:nvPr/>
            </p:nvSpPr>
            <p:spPr>
              <a:xfrm>
                <a:off x="378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254" name="Rectangle 273"/>
              <p:cNvSpPr/>
              <p:nvPr/>
            </p:nvSpPr>
            <p:spPr>
              <a:xfrm>
                <a:off x="379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grpSp>
        <p:grpSp>
          <p:nvGrpSpPr>
            <p:cNvPr id="43686" name="Group 475"/>
            <p:cNvGrpSpPr/>
            <p:nvPr/>
          </p:nvGrpSpPr>
          <p:grpSpPr>
            <a:xfrm>
              <a:off x="3809" y="2580"/>
              <a:ext cx="1214" cy="753"/>
              <a:chOff x="3809" y="2580"/>
              <a:chExt cx="1214" cy="753"/>
            </a:xfrm>
          </p:grpSpPr>
          <p:sp>
            <p:nvSpPr>
              <p:cNvPr id="43855" name="Rectangle 275"/>
              <p:cNvSpPr/>
              <p:nvPr/>
            </p:nvSpPr>
            <p:spPr>
              <a:xfrm>
                <a:off x="380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6" name="Rectangle 276"/>
              <p:cNvSpPr/>
              <p:nvPr/>
            </p:nvSpPr>
            <p:spPr>
              <a:xfrm>
                <a:off x="382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7" name="Rectangle 277"/>
              <p:cNvSpPr/>
              <p:nvPr/>
            </p:nvSpPr>
            <p:spPr>
              <a:xfrm>
                <a:off x="383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8" name="Rectangle 278"/>
              <p:cNvSpPr/>
              <p:nvPr/>
            </p:nvSpPr>
            <p:spPr>
              <a:xfrm>
                <a:off x="385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9" name="Rectangle 279"/>
              <p:cNvSpPr/>
              <p:nvPr/>
            </p:nvSpPr>
            <p:spPr>
              <a:xfrm>
                <a:off x="386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0" name="Rectangle 280"/>
              <p:cNvSpPr/>
              <p:nvPr/>
            </p:nvSpPr>
            <p:spPr>
              <a:xfrm>
                <a:off x="388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1" name="Rectangle 281"/>
              <p:cNvSpPr/>
              <p:nvPr/>
            </p:nvSpPr>
            <p:spPr>
              <a:xfrm>
                <a:off x="389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2" name="Rectangle 282"/>
              <p:cNvSpPr/>
              <p:nvPr/>
            </p:nvSpPr>
            <p:spPr>
              <a:xfrm>
                <a:off x="3909"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3" name="Rectangle 283"/>
              <p:cNvSpPr/>
              <p:nvPr/>
            </p:nvSpPr>
            <p:spPr>
              <a:xfrm>
                <a:off x="392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4" name="Rectangle 284"/>
              <p:cNvSpPr/>
              <p:nvPr/>
            </p:nvSpPr>
            <p:spPr>
              <a:xfrm>
                <a:off x="393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5" name="Rectangle 285"/>
              <p:cNvSpPr/>
              <p:nvPr/>
            </p:nvSpPr>
            <p:spPr>
              <a:xfrm>
                <a:off x="395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6" name="Rectangle 286"/>
              <p:cNvSpPr/>
              <p:nvPr/>
            </p:nvSpPr>
            <p:spPr>
              <a:xfrm>
                <a:off x="396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7" name="Rectangle 287"/>
              <p:cNvSpPr/>
              <p:nvPr/>
            </p:nvSpPr>
            <p:spPr>
              <a:xfrm>
                <a:off x="3981"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8" name="Rectangle 288"/>
              <p:cNvSpPr/>
              <p:nvPr/>
            </p:nvSpPr>
            <p:spPr>
              <a:xfrm>
                <a:off x="399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69" name="Rectangle 289"/>
              <p:cNvSpPr/>
              <p:nvPr/>
            </p:nvSpPr>
            <p:spPr>
              <a:xfrm>
                <a:off x="401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0" name="Rectangle 290"/>
              <p:cNvSpPr/>
              <p:nvPr/>
            </p:nvSpPr>
            <p:spPr>
              <a:xfrm>
                <a:off x="402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1" name="Rectangle 291"/>
              <p:cNvSpPr/>
              <p:nvPr/>
            </p:nvSpPr>
            <p:spPr>
              <a:xfrm>
                <a:off x="403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2" name="Rectangle 292"/>
              <p:cNvSpPr/>
              <p:nvPr/>
            </p:nvSpPr>
            <p:spPr>
              <a:xfrm>
                <a:off x="405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3" name="Rectangle 293"/>
              <p:cNvSpPr/>
              <p:nvPr/>
            </p:nvSpPr>
            <p:spPr>
              <a:xfrm>
                <a:off x="406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4" name="Rectangle 294"/>
              <p:cNvSpPr/>
              <p:nvPr/>
            </p:nvSpPr>
            <p:spPr>
              <a:xfrm>
                <a:off x="408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5" name="Rectangle 295"/>
              <p:cNvSpPr/>
              <p:nvPr/>
            </p:nvSpPr>
            <p:spPr>
              <a:xfrm>
                <a:off x="409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6" name="Rectangle 296"/>
              <p:cNvSpPr/>
              <p:nvPr/>
            </p:nvSpPr>
            <p:spPr>
              <a:xfrm>
                <a:off x="411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7" name="Rectangle 297"/>
              <p:cNvSpPr/>
              <p:nvPr/>
            </p:nvSpPr>
            <p:spPr>
              <a:xfrm>
                <a:off x="412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8" name="Rectangle 298"/>
              <p:cNvSpPr/>
              <p:nvPr/>
            </p:nvSpPr>
            <p:spPr>
              <a:xfrm>
                <a:off x="414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79" name="Rectangle 299"/>
              <p:cNvSpPr/>
              <p:nvPr/>
            </p:nvSpPr>
            <p:spPr>
              <a:xfrm>
                <a:off x="4154"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0" name="Rectangle 300"/>
              <p:cNvSpPr/>
              <p:nvPr/>
            </p:nvSpPr>
            <p:spPr>
              <a:xfrm>
                <a:off x="416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1" name="Rectangle 301"/>
              <p:cNvSpPr/>
              <p:nvPr/>
            </p:nvSpPr>
            <p:spPr>
              <a:xfrm>
                <a:off x="418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2" name="Rectangle 302"/>
              <p:cNvSpPr/>
              <p:nvPr/>
            </p:nvSpPr>
            <p:spPr>
              <a:xfrm>
                <a:off x="419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3" name="Rectangle 303"/>
              <p:cNvSpPr/>
              <p:nvPr/>
            </p:nvSpPr>
            <p:spPr>
              <a:xfrm>
                <a:off x="421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4" name="Rectangle 304"/>
              <p:cNvSpPr/>
              <p:nvPr/>
            </p:nvSpPr>
            <p:spPr>
              <a:xfrm>
                <a:off x="422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5" name="Rectangle 305"/>
              <p:cNvSpPr/>
              <p:nvPr/>
            </p:nvSpPr>
            <p:spPr>
              <a:xfrm>
                <a:off x="424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6" name="Rectangle 306"/>
              <p:cNvSpPr/>
              <p:nvPr/>
            </p:nvSpPr>
            <p:spPr>
              <a:xfrm>
                <a:off x="425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7" name="Rectangle 307"/>
              <p:cNvSpPr/>
              <p:nvPr/>
            </p:nvSpPr>
            <p:spPr>
              <a:xfrm>
                <a:off x="427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8" name="Rectangle 308"/>
              <p:cNvSpPr/>
              <p:nvPr/>
            </p:nvSpPr>
            <p:spPr>
              <a:xfrm>
                <a:off x="428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89" name="Rectangle 309"/>
              <p:cNvSpPr/>
              <p:nvPr/>
            </p:nvSpPr>
            <p:spPr>
              <a:xfrm>
                <a:off x="429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0" name="Rectangle 310"/>
              <p:cNvSpPr/>
              <p:nvPr/>
            </p:nvSpPr>
            <p:spPr>
              <a:xfrm>
                <a:off x="431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1" name="Rectangle 311"/>
              <p:cNvSpPr/>
              <p:nvPr/>
            </p:nvSpPr>
            <p:spPr>
              <a:xfrm>
                <a:off x="432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2" name="Rectangle 312"/>
              <p:cNvSpPr/>
              <p:nvPr/>
            </p:nvSpPr>
            <p:spPr>
              <a:xfrm>
                <a:off x="434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3" name="Rectangle 313"/>
              <p:cNvSpPr/>
              <p:nvPr/>
            </p:nvSpPr>
            <p:spPr>
              <a:xfrm>
                <a:off x="435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4" name="Rectangle 314"/>
              <p:cNvSpPr/>
              <p:nvPr/>
            </p:nvSpPr>
            <p:spPr>
              <a:xfrm>
                <a:off x="437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5" name="Rectangle 315"/>
              <p:cNvSpPr/>
              <p:nvPr/>
            </p:nvSpPr>
            <p:spPr>
              <a:xfrm>
                <a:off x="438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6" name="Rectangle 316"/>
              <p:cNvSpPr/>
              <p:nvPr/>
            </p:nvSpPr>
            <p:spPr>
              <a:xfrm>
                <a:off x="4399"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7" name="Rectangle 317"/>
              <p:cNvSpPr/>
              <p:nvPr/>
            </p:nvSpPr>
            <p:spPr>
              <a:xfrm>
                <a:off x="441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8" name="Rectangle 318"/>
              <p:cNvSpPr/>
              <p:nvPr/>
            </p:nvSpPr>
            <p:spPr>
              <a:xfrm>
                <a:off x="442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99" name="Rectangle 319"/>
              <p:cNvSpPr/>
              <p:nvPr/>
            </p:nvSpPr>
            <p:spPr>
              <a:xfrm>
                <a:off x="444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0" name="Rectangle 320"/>
              <p:cNvSpPr/>
              <p:nvPr/>
            </p:nvSpPr>
            <p:spPr>
              <a:xfrm>
                <a:off x="445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1" name="Rectangle 321"/>
              <p:cNvSpPr/>
              <p:nvPr/>
            </p:nvSpPr>
            <p:spPr>
              <a:xfrm>
                <a:off x="447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2" name="Rectangle 322"/>
              <p:cNvSpPr/>
              <p:nvPr/>
            </p:nvSpPr>
            <p:spPr>
              <a:xfrm>
                <a:off x="448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3" name="Rectangle 323"/>
              <p:cNvSpPr/>
              <p:nvPr/>
            </p:nvSpPr>
            <p:spPr>
              <a:xfrm>
                <a:off x="450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4" name="Rectangle 324"/>
              <p:cNvSpPr/>
              <p:nvPr/>
            </p:nvSpPr>
            <p:spPr>
              <a:xfrm>
                <a:off x="451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5" name="Rectangle 325"/>
              <p:cNvSpPr/>
              <p:nvPr/>
            </p:nvSpPr>
            <p:spPr>
              <a:xfrm>
                <a:off x="452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6" name="Rectangle 326"/>
              <p:cNvSpPr/>
              <p:nvPr/>
            </p:nvSpPr>
            <p:spPr>
              <a:xfrm>
                <a:off x="454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7" name="Rectangle 327"/>
              <p:cNvSpPr/>
              <p:nvPr/>
            </p:nvSpPr>
            <p:spPr>
              <a:xfrm>
                <a:off x="455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8" name="Rectangle 328"/>
              <p:cNvSpPr/>
              <p:nvPr/>
            </p:nvSpPr>
            <p:spPr>
              <a:xfrm>
                <a:off x="457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09" name="Rectangle 329"/>
              <p:cNvSpPr/>
              <p:nvPr/>
            </p:nvSpPr>
            <p:spPr>
              <a:xfrm>
                <a:off x="458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0" name="Rectangle 330"/>
              <p:cNvSpPr/>
              <p:nvPr/>
            </p:nvSpPr>
            <p:spPr>
              <a:xfrm>
                <a:off x="460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1" name="Rectangle 331"/>
              <p:cNvSpPr/>
              <p:nvPr/>
            </p:nvSpPr>
            <p:spPr>
              <a:xfrm>
                <a:off x="461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2" name="Rectangle 332"/>
              <p:cNvSpPr/>
              <p:nvPr/>
            </p:nvSpPr>
            <p:spPr>
              <a:xfrm>
                <a:off x="463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3" name="Rectangle 333"/>
              <p:cNvSpPr/>
              <p:nvPr/>
            </p:nvSpPr>
            <p:spPr>
              <a:xfrm>
                <a:off x="464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4" name="Rectangle 334"/>
              <p:cNvSpPr/>
              <p:nvPr/>
            </p:nvSpPr>
            <p:spPr>
              <a:xfrm>
                <a:off x="465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5" name="Rectangle 335"/>
              <p:cNvSpPr/>
              <p:nvPr/>
            </p:nvSpPr>
            <p:spPr>
              <a:xfrm>
                <a:off x="467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6" name="Rectangle 336"/>
              <p:cNvSpPr/>
              <p:nvPr/>
            </p:nvSpPr>
            <p:spPr>
              <a:xfrm>
                <a:off x="468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7" name="Rectangle 337"/>
              <p:cNvSpPr/>
              <p:nvPr/>
            </p:nvSpPr>
            <p:spPr>
              <a:xfrm>
                <a:off x="470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8" name="Rectangle 338"/>
              <p:cNvSpPr/>
              <p:nvPr/>
            </p:nvSpPr>
            <p:spPr>
              <a:xfrm>
                <a:off x="471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19" name="Rectangle 339"/>
              <p:cNvSpPr/>
              <p:nvPr/>
            </p:nvSpPr>
            <p:spPr>
              <a:xfrm>
                <a:off x="473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0" name="Rectangle 340"/>
              <p:cNvSpPr/>
              <p:nvPr/>
            </p:nvSpPr>
            <p:spPr>
              <a:xfrm>
                <a:off x="474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1" name="Rectangle 341"/>
              <p:cNvSpPr/>
              <p:nvPr/>
            </p:nvSpPr>
            <p:spPr>
              <a:xfrm>
                <a:off x="476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2" name="Rectangle 342"/>
              <p:cNvSpPr/>
              <p:nvPr/>
            </p:nvSpPr>
            <p:spPr>
              <a:xfrm>
                <a:off x="477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3" name="Rectangle 343"/>
              <p:cNvSpPr/>
              <p:nvPr/>
            </p:nvSpPr>
            <p:spPr>
              <a:xfrm>
                <a:off x="478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4" name="Rectangle 344"/>
              <p:cNvSpPr/>
              <p:nvPr/>
            </p:nvSpPr>
            <p:spPr>
              <a:xfrm>
                <a:off x="480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5" name="Rectangle 345"/>
              <p:cNvSpPr/>
              <p:nvPr/>
            </p:nvSpPr>
            <p:spPr>
              <a:xfrm>
                <a:off x="481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6" name="Rectangle 346"/>
              <p:cNvSpPr/>
              <p:nvPr/>
            </p:nvSpPr>
            <p:spPr>
              <a:xfrm>
                <a:off x="483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7" name="Rectangle 347"/>
              <p:cNvSpPr/>
              <p:nvPr/>
            </p:nvSpPr>
            <p:spPr>
              <a:xfrm>
                <a:off x="484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8" name="Rectangle 348"/>
              <p:cNvSpPr/>
              <p:nvPr/>
            </p:nvSpPr>
            <p:spPr>
              <a:xfrm>
                <a:off x="486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29" name="Rectangle 349"/>
              <p:cNvSpPr/>
              <p:nvPr/>
            </p:nvSpPr>
            <p:spPr>
              <a:xfrm>
                <a:off x="487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0" name="Rectangle 350"/>
              <p:cNvSpPr/>
              <p:nvPr/>
            </p:nvSpPr>
            <p:spPr>
              <a:xfrm>
                <a:off x="489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1" name="Rectangle 351"/>
              <p:cNvSpPr/>
              <p:nvPr/>
            </p:nvSpPr>
            <p:spPr>
              <a:xfrm>
                <a:off x="490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2" name="Rectangle 352"/>
              <p:cNvSpPr/>
              <p:nvPr/>
            </p:nvSpPr>
            <p:spPr>
              <a:xfrm>
                <a:off x="491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3" name="Rectangle 353"/>
              <p:cNvSpPr/>
              <p:nvPr/>
            </p:nvSpPr>
            <p:spPr>
              <a:xfrm>
                <a:off x="493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4" name="Rectangle 354"/>
              <p:cNvSpPr/>
              <p:nvPr/>
            </p:nvSpPr>
            <p:spPr>
              <a:xfrm>
                <a:off x="494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5" name="Rectangle 355"/>
              <p:cNvSpPr/>
              <p:nvPr/>
            </p:nvSpPr>
            <p:spPr>
              <a:xfrm>
                <a:off x="496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6" name="Rectangle 356"/>
              <p:cNvSpPr/>
              <p:nvPr/>
            </p:nvSpPr>
            <p:spPr>
              <a:xfrm>
                <a:off x="497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7" name="Rectangle 357"/>
              <p:cNvSpPr/>
              <p:nvPr/>
            </p:nvSpPr>
            <p:spPr>
              <a:xfrm>
                <a:off x="499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8" name="Rectangle 358"/>
              <p:cNvSpPr/>
              <p:nvPr/>
            </p:nvSpPr>
            <p:spPr>
              <a:xfrm>
                <a:off x="500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39" name="Rectangle 359"/>
              <p:cNvSpPr/>
              <p:nvPr/>
            </p:nvSpPr>
            <p:spPr>
              <a:xfrm>
                <a:off x="5016" y="332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0" name="Rectangle 360"/>
              <p:cNvSpPr/>
              <p:nvPr/>
            </p:nvSpPr>
            <p:spPr>
              <a:xfrm>
                <a:off x="5016" y="330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1" name="Rectangle 361"/>
              <p:cNvSpPr/>
              <p:nvPr/>
            </p:nvSpPr>
            <p:spPr>
              <a:xfrm>
                <a:off x="5016" y="329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2" name="Rectangle 362"/>
              <p:cNvSpPr/>
              <p:nvPr/>
            </p:nvSpPr>
            <p:spPr>
              <a:xfrm>
                <a:off x="5016" y="3275"/>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3" name="Rectangle 363"/>
              <p:cNvSpPr/>
              <p:nvPr/>
            </p:nvSpPr>
            <p:spPr>
              <a:xfrm>
                <a:off x="5016" y="325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4" name="Rectangle 364"/>
              <p:cNvSpPr/>
              <p:nvPr/>
            </p:nvSpPr>
            <p:spPr>
              <a:xfrm>
                <a:off x="5016" y="3244"/>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5" name="Rectangle 365"/>
              <p:cNvSpPr/>
              <p:nvPr/>
            </p:nvSpPr>
            <p:spPr>
              <a:xfrm>
                <a:off x="5016" y="322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6" name="Rectangle 366"/>
              <p:cNvSpPr/>
              <p:nvPr/>
            </p:nvSpPr>
            <p:spPr>
              <a:xfrm>
                <a:off x="5016" y="3213"/>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7" name="Rectangle 367"/>
              <p:cNvSpPr/>
              <p:nvPr/>
            </p:nvSpPr>
            <p:spPr>
              <a:xfrm>
                <a:off x="5016" y="319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8" name="Rectangle 368"/>
              <p:cNvSpPr/>
              <p:nvPr/>
            </p:nvSpPr>
            <p:spPr>
              <a:xfrm>
                <a:off x="5016" y="3182"/>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49" name="Rectangle 369"/>
              <p:cNvSpPr/>
              <p:nvPr/>
            </p:nvSpPr>
            <p:spPr>
              <a:xfrm>
                <a:off x="5016" y="316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0" name="Rectangle 370"/>
              <p:cNvSpPr/>
              <p:nvPr/>
            </p:nvSpPr>
            <p:spPr>
              <a:xfrm>
                <a:off x="5016" y="315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1" name="Rectangle 371"/>
              <p:cNvSpPr/>
              <p:nvPr/>
            </p:nvSpPr>
            <p:spPr>
              <a:xfrm>
                <a:off x="5016" y="313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2" name="Rectangle 372"/>
              <p:cNvSpPr/>
              <p:nvPr/>
            </p:nvSpPr>
            <p:spPr>
              <a:xfrm>
                <a:off x="5016" y="311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3" name="Rectangle 373"/>
              <p:cNvSpPr/>
              <p:nvPr/>
            </p:nvSpPr>
            <p:spPr>
              <a:xfrm>
                <a:off x="5016" y="310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4" name="Rectangle 374"/>
              <p:cNvSpPr/>
              <p:nvPr/>
            </p:nvSpPr>
            <p:spPr>
              <a:xfrm>
                <a:off x="5016" y="308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5" name="Rectangle 375"/>
              <p:cNvSpPr/>
              <p:nvPr/>
            </p:nvSpPr>
            <p:spPr>
              <a:xfrm>
                <a:off x="5016" y="307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6" name="Rectangle 376"/>
              <p:cNvSpPr/>
              <p:nvPr/>
            </p:nvSpPr>
            <p:spPr>
              <a:xfrm>
                <a:off x="5016" y="305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7" name="Rectangle 377"/>
              <p:cNvSpPr/>
              <p:nvPr/>
            </p:nvSpPr>
            <p:spPr>
              <a:xfrm>
                <a:off x="5016" y="304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8" name="Rectangle 378"/>
              <p:cNvSpPr/>
              <p:nvPr/>
            </p:nvSpPr>
            <p:spPr>
              <a:xfrm>
                <a:off x="5016" y="302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59" name="Rectangle 379"/>
              <p:cNvSpPr/>
              <p:nvPr/>
            </p:nvSpPr>
            <p:spPr>
              <a:xfrm>
                <a:off x="5016" y="3011"/>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0" name="Rectangle 380"/>
              <p:cNvSpPr/>
              <p:nvPr/>
            </p:nvSpPr>
            <p:spPr>
              <a:xfrm>
                <a:off x="5016" y="299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1" name="Rectangle 381"/>
              <p:cNvSpPr/>
              <p:nvPr/>
            </p:nvSpPr>
            <p:spPr>
              <a:xfrm>
                <a:off x="5016" y="2980"/>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2" name="Rectangle 382"/>
              <p:cNvSpPr/>
              <p:nvPr/>
            </p:nvSpPr>
            <p:spPr>
              <a:xfrm>
                <a:off x="5016" y="296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3" name="Rectangle 383"/>
              <p:cNvSpPr/>
              <p:nvPr/>
            </p:nvSpPr>
            <p:spPr>
              <a:xfrm>
                <a:off x="5016" y="2949"/>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4" name="Rectangle 384"/>
              <p:cNvSpPr/>
              <p:nvPr/>
            </p:nvSpPr>
            <p:spPr>
              <a:xfrm>
                <a:off x="5016" y="293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5" name="Rectangle 385"/>
              <p:cNvSpPr/>
              <p:nvPr/>
            </p:nvSpPr>
            <p:spPr>
              <a:xfrm>
                <a:off x="5016" y="2918"/>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6" name="Rectangle 386"/>
              <p:cNvSpPr/>
              <p:nvPr/>
            </p:nvSpPr>
            <p:spPr>
              <a:xfrm>
                <a:off x="5016" y="290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7" name="Rectangle 387"/>
              <p:cNvSpPr/>
              <p:nvPr/>
            </p:nvSpPr>
            <p:spPr>
              <a:xfrm>
                <a:off x="5016" y="288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8" name="Rectangle 388"/>
              <p:cNvSpPr/>
              <p:nvPr/>
            </p:nvSpPr>
            <p:spPr>
              <a:xfrm>
                <a:off x="5016" y="287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69" name="Rectangle 389"/>
              <p:cNvSpPr/>
              <p:nvPr/>
            </p:nvSpPr>
            <p:spPr>
              <a:xfrm>
                <a:off x="5016" y="285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0" name="Rectangle 390"/>
              <p:cNvSpPr/>
              <p:nvPr/>
            </p:nvSpPr>
            <p:spPr>
              <a:xfrm>
                <a:off x="5016" y="284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1" name="Rectangle 391"/>
              <p:cNvSpPr/>
              <p:nvPr/>
            </p:nvSpPr>
            <p:spPr>
              <a:xfrm>
                <a:off x="5016" y="282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2" name="Rectangle 392"/>
              <p:cNvSpPr/>
              <p:nvPr/>
            </p:nvSpPr>
            <p:spPr>
              <a:xfrm>
                <a:off x="5016" y="280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3" name="Rectangle 393"/>
              <p:cNvSpPr/>
              <p:nvPr/>
            </p:nvSpPr>
            <p:spPr>
              <a:xfrm>
                <a:off x="5016" y="279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4" name="Rectangle 394"/>
              <p:cNvSpPr/>
              <p:nvPr/>
            </p:nvSpPr>
            <p:spPr>
              <a:xfrm>
                <a:off x="5016" y="277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5" name="Rectangle 395"/>
              <p:cNvSpPr/>
              <p:nvPr/>
            </p:nvSpPr>
            <p:spPr>
              <a:xfrm>
                <a:off x="5016" y="276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6" name="Rectangle 396"/>
              <p:cNvSpPr/>
              <p:nvPr/>
            </p:nvSpPr>
            <p:spPr>
              <a:xfrm>
                <a:off x="5016" y="2747"/>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7" name="Rectangle 397"/>
              <p:cNvSpPr/>
              <p:nvPr/>
            </p:nvSpPr>
            <p:spPr>
              <a:xfrm>
                <a:off x="5016" y="273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8" name="Rectangle 398"/>
              <p:cNvSpPr/>
              <p:nvPr/>
            </p:nvSpPr>
            <p:spPr>
              <a:xfrm>
                <a:off x="5016" y="2716"/>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79" name="Rectangle 399"/>
              <p:cNvSpPr/>
              <p:nvPr/>
            </p:nvSpPr>
            <p:spPr>
              <a:xfrm>
                <a:off x="5016" y="270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0" name="Rectangle 400"/>
              <p:cNvSpPr/>
              <p:nvPr/>
            </p:nvSpPr>
            <p:spPr>
              <a:xfrm>
                <a:off x="5016" y="2685"/>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1" name="Rectangle 401"/>
              <p:cNvSpPr/>
              <p:nvPr/>
            </p:nvSpPr>
            <p:spPr>
              <a:xfrm>
                <a:off x="5016" y="266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2" name="Rectangle 402"/>
              <p:cNvSpPr/>
              <p:nvPr/>
            </p:nvSpPr>
            <p:spPr>
              <a:xfrm>
                <a:off x="5016" y="2654"/>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3" name="Rectangle 403"/>
              <p:cNvSpPr/>
              <p:nvPr/>
            </p:nvSpPr>
            <p:spPr>
              <a:xfrm>
                <a:off x="5016" y="263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4" name="Rectangle 404"/>
              <p:cNvSpPr/>
              <p:nvPr/>
            </p:nvSpPr>
            <p:spPr>
              <a:xfrm>
                <a:off x="5016" y="262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5" name="Rectangle 405"/>
              <p:cNvSpPr/>
              <p:nvPr/>
            </p:nvSpPr>
            <p:spPr>
              <a:xfrm>
                <a:off x="5016" y="260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6" name="Rectangle 406"/>
              <p:cNvSpPr/>
              <p:nvPr/>
            </p:nvSpPr>
            <p:spPr>
              <a:xfrm>
                <a:off x="5016" y="259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7" name="Rectangle 407"/>
              <p:cNvSpPr/>
              <p:nvPr/>
            </p:nvSpPr>
            <p:spPr>
              <a:xfrm>
                <a:off x="501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8" name="Rectangle 408"/>
              <p:cNvSpPr/>
              <p:nvPr/>
            </p:nvSpPr>
            <p:spPr>
              <a:xfrm>
                <a:off x="499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89" name="Rectangle 409"/>
              <p:cNvSpPr/>
              <p:nvPr/>
            </p:nvSpPr>
            <p:spPr>
              <a:xfrm>
                <a:off x="498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0" name="Rectangle 410"/>
              <p:cNvSpPr/>
              <p:nvPr/>
            </p:nvSpPr>
            <p:spPr>
              <a:xfrm>
                <a:off x="496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1" name="Rectangle 411"/>
              <p:cNvSpPr/>
              <p:nvPr/>
            </p:nvSpPr>
            <p:spPr>
              <a:xfrm>
                <a:off x="495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2" name="Rectangle 412"/>
              <p:cNvSpPr/>
              <p:nvPr/>
            </p:nvSpPr>
            <p:spPr>
              <a:xfrm>
                <a:off x="494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3" name="Rectangle 413"/>
              <p:cNvSpPr/>
              <p:nvPr/>
            </p:nvSpPr>
            <p:spPr>
              <a:xfrm>
                <a:off x="492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4" name="Rectangle 414"/>
              <p:cNvSpPr/>
              <p:nvPr/>
            </p:nvSpPr>
            <p:spPr>
              <a:xfrm>
                <a:off x="491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5" name="Rectangle 415"/>
              <p:cNvSpPr/>
              <p:nvPr/>
            </p:nvSpPr>
            <p:spPr>
              <a:xfrm>
                <a:off x="489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6" name="Rectangle 416"/>
              <p:cNvSpPr/>
              <p:nvPr/>
            </p:nvSpPr>
            <p:spPr>
              <a:xfrm>
                <a:off x="488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7" name="Rectangle 417"/>
              <p:cNvSpPr/>
              <p:nvPr/>
            </p:nvSpPr>
            <p:spPr>
              <a:xfrm>
                <a:off x="486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8" name="Rectangle 418"/>
              <p:cNvSpPr/>
              <p:nvPr/>
            </p:nvSpPr>
            <p:spPr>
              <a:xfrm>
                <a:off x="485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999" name="Rectangle 419"/>
              <p:cNvSpPr/>
              <p:nvPr/>
            </p:nvSpPr>
            <p:spPr>
              <a:xfrm>
                <a:off x="483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0" name="Rectangle 420"/>
              <p:cNvSpPr/>
              <p:nvPr/>
            </p:nvSpPr>
            <p:spPr>
              <a:xfrm>
                <a:off x="482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1" name="Rectangle 421"/>
              <p:cNvSpPr/>
              <p:nvPr/>
            </p:nvSpPr>
            <p:spPr>
              <a:xfrm>
                <a:off x="481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2" name="Rectangle 422"/>
              <p:cNvSpPr/>
              <p:nvPr/>
            </p:nvSpPr>
            <p:spPr>
              <a:xfrm>
                <a:off x="479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3" name="Rectangle 423"/>
              <p:cNvSpPr/>
              <p:nvPr/>
            </p:nvSpPr>
            <p:spPr>
              <a:xfrm>
                <a:off x="478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4" name="Rectangle 424"/>
              <p:cNvSpPr/>
              <p:nvPr/>
            </p:nvSpPr>
            <p:spPr>
              <a:xfrm>
                <a:off x="476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5" name="Rectangle 425"/>
              <p:cNvSpPr/>
              <p:nvPr/>
            </p:nvSpPr>
            <p:spPr>
              <a:xfrm>
                <a:off x="475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6" name="Rectangle 426"/>
              <p:cNvSpPr/>
              <p:nvPr/>
            </p:nvSpPr>
            <p:spPr>
              <a:xfrm>
                <a:off x="473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7" name="Rectangle 427"/>
              <p:cNvSpPr/>
              <p:nvPr/>
            </p:nvSpPr>
            <p:spPr>
              <a:xfrm>
                <a:off x="472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8" name="Rectangle 428"/>
              <p:cNvSpPr/>
              <p:nvPr/>
            </p:nvSpPr>
            <p:spPr>
              <a:xfrm>
                <a:off x="470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09" name="Rectangle 429"/>
              <p:cNvSpPr/>
              <p:nvPr/>
            </p:nvSpPr>
            <p:spPr>
              <a:xfrm>
                <a:off x="469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0" name="Rectangle 430"/>
              <p:cNvSpPr/>
              <p:nvPr/>
            </p:nvSpPr>
            <p:spPr>
              <a:xfrm>
                <a:off x="468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1" name="Rectangle 431"/>
              <p:cNvSpPr/>
              <p:nvPr/>
            </p:nvSpPr>
            <p:spPr>
              <a:xfrm>
                <a:off x="466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2" name="Rectangle 432"/>
              <p:cNvSpPr/>
              <p:nvPr/>
            </p:nvSpPr>
            <p:spPr>
              <a:xfrm>
                <a:off x="465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3" name="Rectangle 433"/>
              <p:cNvSpPr/>
              <p:nvPr/>
            </p:nvSpPr>
            <p:spPr>
              <a:xfrm>
                <a:off x="4637"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4" name="Rectangle 434"/>
              <p:cNvSpPr/>
              <p:nvPr/>
            </p:nvSpPr>
            <p:spPr>
              <a:xfrm>
                <a:off x="462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5" name="Rectangle 435"/>
              <p:cNvSpPr/>
              <p:nvPr/>
            </p:nvSpPr>
            <p:spPr>
              <a:xfrm>
                <a:off x="4608"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6" name="Rectangle 436"/>
              <p:cNvSpPr/>
              <p:nvPr/>
            </p:nvSpPr>
            <p:spPr>
              <a:xfrm>
                <a:off x="459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7" name="Rectangle 437"/>
              <p:cNvSpPr/>
              <p:nvPr/>
            </p:nvSpPr>
            <p:spPr>
              <a:xfrm>
                <a:off x="458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8" name="Rectangle 438"/>
              <p:cNvSpPr/>
              <p:nvPr/>
            </p:nvSpPr>
            <p:spPr>
              <a:xfrm>
                <a:off x="456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19" name="Rectangle 439"/>
              <p:cNvSpPr/>
              <p:nvPr/>
            </p:nvSpPr>
            <p:spPr>
              <a:xfrm>
                <a:off x="455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0" name="Rectangle 440"/>
              <p:cNvSpPr/>
              <p:nvPr/>
            </p:nvSpPr>
            <p:spPr>
              <a:xfrm>
                <a:off x="453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1" name="Rectangle 441"/>
              <p:cNvSpPr/>
              <p:nvPr/>
            </p:nvSpPr>
            <p:spPr>
              <a:xfrm>
                <a:off x="452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2" name="Rectangle 442"/>
              <p:cNvSpPr/>
              <p:nvPr/>
            </p:nvSpPr>
            <p:spPr>
              <a:xfrm>
                <a:off x="450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3" name="Rectangle 443"/>
              <p:cNvSpPr/>
              <p:nvPr/>
            </p:nvSpPr>
            <p:spPr>
              <a:xfrm>
                <a:off x="449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4" name="Rectangle 444"/>
              <p:cNvSpPr/>
              <p:nvPr/>
            </p:nvSpPr>
            <p:spPr>
              <a:xfrm>
                <a:off x="447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5" name="Rectangle 445"/>
              <p:cNvSpPr/>
              <p:nvPr/>
            </p:nvSpPr>
            <p:spPr>
              <a:xfrm>
                <a:off x="446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6" name="Rectangle 446"/>
              <p:cNvSpPr/>
              <p:nvPr/>
            </p:nvSpPr>
            <p:spPr>
              <a:xfrm>
                <a:off x="445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7" name="Rectangle 447"/>
              <p:cNvSpPr/>
              <p:nvPr/>
            </p:nvSpPr>
            <p:spPr>
              <a:xfrm>
                <a:off x="443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8" name="Rectangle 448"/>
              <p:cNvSpPr/>
              <p:nvPr/>
            </p:nvSpPr>
            <p:spPr>
              <a:xfrm>
                <a:off x="442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29" name="Rectangle 449"/>
              <p:cNvSpPr/>
              <p:nvPr/>
            </p:nvSpPr>
            <p:spPr>
              <a:xfrm>
                <a:off x="440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0" name="Rectangle 450"/>
              <p:cNvSpPr/>
              <p:nvPr/>
            </p:nvSpPr>
            <p:spPr>
              <a:xfrm>
                <a:off x="439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1" name="Rectangle 451"/>
              <p:cNvSpPr/>
              <p:nvPr/>
            </p:nvSpPr>
            <p:spPr>
              <a:xfrm>
                <a:off x="437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2" name="Rectangle 452"/>
              <p:cNvSpPr/>
              <p:nvPr/>
            </p:nvSpPr>
            <p:spPr>
              <a:xfrm>
                <a:off x="436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3" name="Rectangle 453"/>
              <p:cNvSpPr/>
              <p:nvPr/>
            </p:nvSpPr>
            <p:spPr>
              <a:xfrm>
                <a:off x="434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4" name="Rectangle 454"/>
              <p:cNvSpPr/>
              <p:nvPr/>
            </p:nvSpPr>
            <p:spPr>
              <a:xfrm>
                <a:off x="433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5" name="Rectangle 455"/>
              <p:cNvSpPr/>
              <p:nvPr/>
            </p:nvSpPr>
            <p:spPr>
              <a:xfrm>
                <a:off x="432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6" name="Rectangle 456"/>
              <p:cNvSpPr/>
              <p:nvPr/>
            </p:nvSpPr>
            <p:spPr>
              <a:xfrm>
                <a:off x="430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7" name="Rectangle 457"/>
              <p:cNvSpPr/>
              <p:nvPr/>
            </p:nvSpPr>
            <p:spPr>
              <a:xfrm>
                <a:off x="429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8" name="Rectangle 458"/>
              <p:cNvSpPr/>
              <p:nvPr/>
            </p:nvSpPr>
            <p:spPr>
              <a:xfrm>
                <a:off x="427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39" name="Rectangle 459"/>
              <p:cNvSpPr/>
              <p:nvPr/>
            </p:nvSpPr>
            <p:spPr>
              <a:xfrm>
                <a:off x="426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0" name="Rectangle 460"/>
              <p:cNvSpPr/>
              <p:nvPr/>
            </p:nvSpPr>
            <p:spPr>
              <a:xfrm>
                <a:off x="424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1" name="Rectangle 461"/>
              <p:cNvSpPr/>
              <p:nvPr/>
            </p:nvSpPr>
            <p:spPr>
              <a:xfrm>
                <a:off x="423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2" name="Rectangle 462"/>
              <p:cNvSpPr/>
              <p:nvPr/>
            </p:nvSpPr>
            <p:spPr>
              <a:xfrm>
                <a:off x="421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3" name="Rectangle 463"/>
              <p:cNvSpPr/>
              <p:nvPr/>
            </p:nvSpPr>
            <p:spPr>
              <a:xfrm>
                <a:off x="420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4" name="Rectangle 464"/>
              <p:cNvSpPr/>
              <p:nvPr/>
            </p:nvSpPr>
            <p:spPr>
              <a:xfrm>
                <a:off x="4190"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5" name="Rectangle 465"/>
              <p:cNvSpPr/>
              <p:nvPr/>
            </p:nvSpPr>
            <p:spPr>
              <a:xfrm>
                <a:off x="417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6" name="Rectangle 466"/>
              <p:cNvSpPr/>
              <p:nvPr/>
            </p:nvSpPr>
            <p:spPr>
              <a:xfrm>
                <a:off x="416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7" name="Rectangle 467"/>
              <p:cNvSpPr/>
              <p:nvPr/>
            </p:nvSpPr>
            <p:spPr>
              <a:xfrm>
                <a:off x="414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8" name="Rectangle 468"/>
              <p:cNvSpPr/>
              <p:nvPr/>
            </p:nvSpPr>
            <p:spPr>
              <a:xfrm>
                <a:off x="413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49" name="Rectangle 469"/>
              <p:cNvSpPr/>
              <p:nvPr/>
            </p:nvSpPr>
            <p:spPr>
              <a:xfrm>
                <a:off x="4118"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0" name="Rectangle 470"/>
              <p:cNvSpPr/>
              <p:nvPr/>
            </p:nvSpPr>
            <p:spPr>
              <a:xfrm>
                <a:off x="410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1" name="Rectangle 471"/>
              <p:cNvSpPr/>
              <p:nvPr/>
            </p:nvSpPr>
            <p:spPr>
              <a:xfrm>
                <a:off x="409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2" name="Rectangle 472"/>
              <p:cNvSpPr/>
              <p:nvPr/>
            </p:nvSpPr>
            <p:spPr>
              <a:xfrm>
                <a:off x="407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3" name="Rectangle 473"/>
              <p:cNvSpPr/>
              <p:nvPr/>
            </p:nvSpPr>
            <p:spPr>
              <a:xfrm>
                <a:off x="406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4054" name="Rectangle 474"/>
              <p:cNvSpPr/>
              <p:nvPr/>
            </p:nvSpPr>
            <p:spPr>
              <a:xfrm>
                <a:off x="404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grpSp>
        <p:sp>
          <p:nvSpPr>
            <p:cNvPr id="43687" name="Rectangle 476"/>
            <p:cNvSpPr/>
            <p:nvPr/>
          </p:nvSpPr>
          <p:spPr>
            <a:xfrm>
              <a:off x="403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88" name="Rectangle 477"/>
            <p:cNvSpPr/>
            <p:nvPr/>
          </p:nvSpPr>
          <p:spPr>
            <a:xfrm>
              <a:off x="401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89" name="Rectangle 478"/>
            <p:cNvSpPr/>
            <p:nvPr/>
          </p:nvSpPr>
          <p:spPr>
            <a:xfrm>
              <a:off x="400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0" name="Rectangle 479"/>
            <p:cNvSpPr/>
            <p:nvPr/>
          </p:nvSpPr>
          <p:spPr>
            <a:xfrm>
              <a:off x="398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1" name="Rectangle 480"/>
            <p:cNvSpPr/>
            <p:nvPr/>
          </p:nvSpPr>
          <p:spPr>
            <a:xfrm>
              <a:off x="397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2" name="Rectangle 481"/>
            <p:cNvSpPr/>
            <p:nvPr/>
          </p:nvSpPr>
          <p:spPr>
            <a:xfrm>
              <a:off x="396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3" name="Rectangle 482"/>
            <p:cNvSpPr/>
            <p:nvPr/>
          </p:nvSpPr>
          <p:spPr>
            <a:xfrm>
              <a:off x="3945"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4" name="Rectangle 483"/>
            <p:cNvSpPr/>
            <p:nvPr/>
          </p:nvSpPr>
          <p:spPr>
            <a:xfrm>
              <a:off x="393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5" name="Rectangle 484"/>
            <p:cNvSpPr/>
            <p:nvPr/>
          </p:nvSpPr>
          <p:spPr>
            <a:xfrm>
              <a:off x="391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6" name="Rectangle 485"/>
            <p:cNvSpPr/>
            <p:nvPr/>
          </p:nvSpPr>
          <p:spPr>
            <a:xfrm>
              <a:off x="390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7" name="Rectangle 486"/>
            <p:cNvSpPr/>
            <p:nvPr/>
          </p:nvSpPr>
          <p:spPr>
            <a:xfrm>
              <a:off x="388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8" name="Rectangle 487"/>
            <p:cNvSpPr/>
            <p:nvPr/>
          </p:nvSpPr>
          <p:spPr>
            <a:xfrm>
              <a:off x="387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99" name="Rectangle 488"/>
            <p:cNvSpPr/>
            <p:nvPr/>
          </p:nvSpPr>
          <p:spPr>
            <a:xfrm>
              <a:off x="385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0" name="Rectangle 489"/>
            <p:cNvSpPr/>
            <p:nvPr/>
          </p:nvSpPr>
          <p:spPr>
            <a:xfrm>
              <a:off x="384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1" name="Rectangle 490"/>
            <p:cNvSpPr/>
            <p:nvPr/>
          </p:nvSpPr>
          <p:spPr>
            <a:xfrm>
              <a:off x="383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2" name="Rectangle 491"/>
            <p:cNvSpPr/>
            <p:nvPr/>
          </p:nvSpPr>
          <p:spPr>
            <a:xfrm>
              <a:off x="381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3" name="Rectangle 492"/>
            <p:cNvSpPr/>
            <p:nvPr/>
          </p:nvSpPr>
          <p:spPr>
            <a:xfrm>
              <a:off x="380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4" name="Rectangle 493"/>
            <p:cNvSpPr/>
            <p:nvPr/>
          </p:nvSpPr>
          <p:spPr>
            <a:xfrm>
              <a:off x="378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5" name="Rectangle 494"/>
            <p:cNvSpPr/>
            <p:nvPr/>
          </p:nvSpPr>
          <p:spPr>
            <a:xfrm>
              <a:off x="377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6" name="Rectangle 495"/>
            <p:cNvSpPr/>
            <p:nvPr/>
          </p:nvSpPr>
          <p:spPr>
            <a:xfrm>
              <a:off x="375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7" name="Rectangle 496"/>
            <p:cNvSpPr/>
            <p:nvPr/>
          </p:nvSpPr>
          <p:spPr>
            <a:xfrm>
              <a:off x="374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8" name="Rectangle 497"/>
            <p:cNvSpPr/>
            <p:nvPr/>
          </p:nvSpPr>
          <p:spPr>
            <a:xfrm>
              <a:off x="372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09" name="Rectangle 498"/>
            <p:cNvSpPr/>
            <p:nvPr/>
          </p:nvSpPr>
          <p:spPr>
            <a:xfrm>
              <a:off x="371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0" name="Rectangle 499"/>
            <p:cNvSpPr/>
            <p:nvPr/>
          </p:nvSpPr>
          <p:spPr>
            <a:xfrm>
              <a:off x="3700"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1" name="Rectangle 500"/>
            <p:cNvSpPr/>
            <p:nvPr/>
          </p:nvSpPr>
          <p:spPr>
            <a:xfrm>
              <a:off x="368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2" name="Rectangle 501"/>
            <p:cNvSpPr/>
            <p:nvPr/>
          </p:nvSpPr>
          <p:spPr>
            <a:xfrm>
              <a:off x="367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3" name="Rectangle 502"/>
            <p:cNvSpPr/>
            <p:nvPr/>
          </p:nvSpPr>
          <p:spPr>
            <a:xfrm>
              <a:off x="365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4" name="Rectangle 503"/>
            <p:cNvSpPr/>
            <p:nvPr/>
          </p:nvSpPr>
          <p:spPr>
            <a:xfrm>
              <a:off x="364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5" name="Rectangle 504"/>
            <p:cNvSpPr/>
            <p:nvPr/>
          </p:nvSpPr>
          <p:spPr>
            <a:xfrm>
              <a:off x="3628"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6" name="Rectangle 505"/>
            <p:cNvSpPr/>
            <p:nvPr/>
          </p:nvSpPr>
          <p:spPr>
            <a:xfrm>
              <a:off x="361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7" name="Rectangle 506"/>
            <p:cNvSpPr/>
            <p:nvPr/>
          </p:nvSpPr>
          <p:spPr>
            <a:xfrm>
              <a:off x="360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8" name="Rectangle 507"/>
            <p:cNvSpPr/>
            <p:nvPr/>
          </p:nvSpPr>
          <p:spPr>
            <a:xfrm>
              <a:off x="358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19" name="Rectangle 508"/>
            <p:cNvSpPr/>
            <p:nvPr/>
          </p:nvSpPr>
          <p:spPr>
            <a:xfrm>
              <a:off x="357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0" name="Rectangle 509"/>
            <p:cNvSpPr/>
            <p:nvPr/>
          </p:nvSpPr>
          <p:spPr>
            <a:xfrm>
              <a:off x="355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1" name="Rectangle 510"/>
            <p:cNvSpPr/>
            <p:nvPr/>
          </p:nvSpPr>
          <p:spPr>
            <a:xfrm>
              <a:off x="354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2" name="Rectangle 511"/>
            <p:cNvSpPr/>
            <p:nvPr/>
          </p:nvSpPr>
          <p:spPr>
            <a:xfrm>
              <a:off x="3527"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3" name="Rectangle 512"/>
            <p:cNvSpPr/>
            <p:nvPr/>
          </p:nvSpPr>
          <p:spPr>
            <a:xfrm>
              <a:off x="351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4" name="Rectangle 513"/>
            <p:cNvSpPr/>
            <p:nvPr/>
          </p:nvSpPr>
          <p:spPr>
            <a:xfrm>
              <a:off x="349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5" name="Rectangle 514"/>
            <p:cNvSpPr/>
            <p:nvPr/>
          </p:nvSpPr>
          <p:spPr>
            <a:xfrm>
              <a:off x="348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6" name="Rectangle 515"/>
            <p:cNvSpPr/>
            <p:nvPr/>
          </p:nvSpPr>
          <p:spPr>
            <a:xfrm>
              <a:off x="347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7" name="Rectangle 516"/>
            <p:cNvSpPr/>
            <p:nvPr/>
          </p:nvSpPr>
          <p:spPr>
            <a:xfrm>
              <a:off x="3455"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8" name="Rectangle 517"/>
            <p:cNvSpPr/>
            <p:nvPr/>
          </p:nvSpPr>
          <p:spPr>
            <a:xfrm>
              <a:off x="344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29" name="Rectangle 518"/>
            <p:cNvSpPr/>
            <p:nvPr/>
          </p:nvSpPr>
          <p:spPr>
            <a:xfrm>
              <a:off x="342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0" name="Rectangle 519"/>
            <p:cNvSpPr/>
            <p:nvPr/>
          </p:nvSpPr>
          <p:spPr>
            <a:xfrm>
              <a:off x="341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1" name="Rectangle 520"/>
            <p:cNvSpPr/>
            <p:nvPr/>
          </p:nvSpPr>
          <p:spPr>
            <a:xfrm>
              <a:off x="339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2" name="Rectangle 521"/>
            <p:cNvSpPr/>
            <p:nvPr/>
          </p:nvSpPr>
          <p:spPr>
            <a:xfrm>
              <a:off x="338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3" name="Rectangle 522"/>
            <p:cNvSpPr/>
            <p:nvPr/>
          </p:nvSpPr>
          <p:spPr>
            <a:xfrm>
              <a:off x="336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4" name="Rectangle 523"/>
            <p:cNvSpPr/>
            <p:nvPr/>
          </p:nvSpPr>
          <p:spPr>
            <a:xfrm>
              <a:off x="335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5" name="Rectangle 524"/>
            <p:cNvSpPr/>
            <p:nvPr/>
          </p:nvSpPr>
          <p:spPr>
            <a:xfrm>
              <a:off x="334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6" name="Rectangle 525"/>
            <p:cNvSpPr/>
            <p:nvPr/>
          </p:nvSpPr>
          <p:spPr>
            <a:xfrm>
              <a:off x="332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7" name="Rectangle 526"/>
            <p:cNvSpPr/>
            <p:nvPr/>
          </p:nvSpPr>
          <p:spPr>
            <a:xfrm>
              <a:off x="331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8" name="Rectangle 527"/>
            <p:cNvSpPr/>
            <p:nvPr/>
          </p:nvSpPr>
          <p:spPr>
            <a:xfrm>
              <a:off x="329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39" name="Rectangle 528"/>
            <p:cNvSpPr/>
            <p:nvPr/>
          </p:nvSpPr>
          <p:spPr>
            <a:xfrm>
              <a:off x="328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0" name="Rectangle 529"/>
            <p:cNvSpPr/>
            <p:nvPr/>
          </p:nvSpPr>
          <p:spPr>
            <a:xfrm>
              <a:off x="326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1" name="Rectangle 530"/>
            <p:cNvSpPr/>
            <p:nvPr/>
          </p:nvSpPr>
          <p:spPr>
            <a:xfrm>
              <a:off x="325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2" name="Rectangle 531"/>
            <p:cNvSpPr/>
            <p:nvPr/>
          </p:nvSpPr>
          <p:spPr>
            <a:xfrm>
              <a:off x="323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3" name="Rectangle 532"/>
            <p:cNvSpPr/>
            <p:nvPr/>
          </p:nvSpPr>
          <p:spPr>
            <a:xfrm>
              <a:off x="322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4" name="Rectangle 533"/>
            <p:cNvSpPr/>
            <p:nvPr/>
          </p:nvSpPr>
          <p:spPr>
            <a:xfrm>
              <a:off x="3210"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5" name="Rectangle 534"/>
            <p:cNvSpPr/>
            <p:nvPr/>
          </p:nvSpPr>
          <p:spPr>
            <a:xfrm>
              <a:off x="319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6" name="Rectangle 535"/>
            <p:cNvSpPr/>
            <p:nvPr/>
          </p:nvSpPr>
          <p:spPr>
            <a:xfrm>
              <a:off x="318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7" name="Rectangle 536"/>
            <p:cNvSpPr/>
            <p:nvPr/>
          </p:nvSpPr>
          <p:spPr>
            <a:xfrm>
              <a:off x="316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8" name="Rectangle 537"/>
            <p:cNvSpPr/>
            <p:nvPr/>
          </p:nvSpPr>
          <p:spPr>
            <a:xfrm>
              <a:off x="315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49" name="Rectangle 538"/>
            <p:cNvSpPr/>
            <p:nvPr/>
          </p:nvSpPr>
          <p:spPr>
            <a:xfrm>
              <a:off x="313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0" name="Rectangle 539"/>
            <p:cNvSpPr/>
            <p:nvPr/>
          </p:nvSpPr>
          <p:spPr>
            <a:xfrm>
              <a:off x="312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1" name="Rectangle 540"/>
            <p:cNvSpPr/>
            <p:nvPr/>
          </p:nvSpPr>
          <p:spPr>
            <a:xfrm>
              <a:off x="310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2" name="Rectangle 541"/>
            <p:cNvSpPr/>
            <p:nvPr/>
          </p:nvSpPr>
          <p:spPr>
            <a:xfrm>
              <a:off x="309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3" name="Rectangle 542"/>
            <p:cNvSpPr/>
            <p:nvPr/>
          </p:nvSpPr>
          <p:spPr>
            <a:xfrm>
              <a:off x="308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4" name="Rectangle 543"/>
            <p:cNvSpPr/>
            <p:nvPr/>
          </p:nvSpPr>
          <p:spPr>
            <a:xfrm>
              <a:off x="306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5" name="Rectangle 544"/>
            <p:cNvSpPr/>
            <p:nvPr/>
          </p:nvSpPr>
          <p:spPr>
            <a:xfrm>
              <a:off x="305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6" name="Rectangle 545"/>
            <p:cNvSpPr/>
            <p:nvPr/>
          </p:nvSpPr>
          <p:spPr>
            <a:xfrm>
              <a:off x="3037"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7" name="Rectangle 546"/>
            <p:cNvSpPr/>
            <p:nvPr/>
          </p:nvSpPr>
          <p:spPr>
            <a:xfrm>
              <a:off x="302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8" name="Rectangle 547"/>
            <p:cNvSpPr/>
            <p:nvPr/>
          </p:nvSpPr>
          <p:spPr>
            <a:xfrm>
              <a:off x="300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59" name="Rectangle 548"/>
            <p:cNvSpPr/>
            <p:nvPr/>
          </p:nvSpPr>
          <p:spPr>
            <a:xfrm>
              <a:off x="299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0" name="Rectangle 549"/>
            <p:cNvSpPr/>
            <p:nvPr/>
          </p:nvSpPr>
          <p:spPr>
            <a:xfrm>
              <a:off x="298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1" name="Rectangle 550"/>
            <p:cNvSpPr/>
            <p:nvPr/>
          </p:nvSpPr>
          <p:spPr>
            <a:xfrm>
              <a:off x="2965"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2" name="Rectangle 551"/>
            <p:cNvSpPr/>
            <p:nvPr/>
          </p:nvSpPr>
          <p:spPr>
            <a:xfrm>
              <a:off x="295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3" name="Rectangle 552"/>
            <p:cNvSpPr/>
            <p:nvPr/>
          </p:nvSpPr>
          <p:spPr>
            <a:xfrm>
              <a:off x="293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4" name="Rectangle 553"/>
            <p:cNvSpPr/>
            <p:nvPr/>
          </p:nvSpPr>
          <p:spPr>
            <a:xfrm>
              <a:off x="292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5" name="Rectangle 554"/>
            <p:cNvSpPr/>
            <p:nvPr/>
          </p:nvSpPr>
          <p:spPr>
            <a:xfrm>
              <a:off x="290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6" name="Rectangle 555"/>
            <p:cNvSpPr/>
            <p:nvPr/>
          </p:nvSpPr>
          <p:spPr>
            <a:xfrm>
              <a:off x="289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7" name="Rectangle 556"/>
            <p:cNvSpPr/>
            <p:nvPr/>
          </p:nvSpPr>
          <p:spPr>
            <a:xfrm>
              <a:off x="287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8" name="Rectangle 557"/>
            <p:cNvSpPr/>
            <p:nvPr/>
          </p:nvSpPr>
          <p:spPr>
            <a:xfrm>
              <a:off x="286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69" name="Rectangle 558"/>
            <p:cNvSpPr/>
            <p:nvPr/>
          </p:nvSpPr>
          <p:spPr>
            <a:xfrm>
              <a:off x="285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0" name="Rectangle 559"/>
            <p:cNvSpPr/>
            <p:nvPr/>
          </p:nvSpPr>
          <p:spPr>
            <a:xfrm>
              <a:off x="283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1" name="Rectangle 560"/>
            <p:cNvSpPr/>
            <p:nvPr/>
          </p:nvSpPr>
          <p:spPr>
            <a:xfrm>
              <a:off x="282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2" name="Rectangle 561"/>
            <p:cNvSpPr/>
            <p:nvPr/>
          </p:nvSpPr>
          <p:spPr>
            <a:xfrm>
              <a:off x="280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3" name="Rectangle 562"/>
            <p:cNvSpPr/>
            <p:nvPr/>
          </p:nvSpPr>
          <p:spPr>
            <a:xfrm>
              <a:off x="279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4" name="Rectangle 563"/>
            <p:cNvSpPr/>
            <p:nvPr/>
          </p:nvSpPr>
          <p:spPr>
            <a:xfrm>
              <a:off x="277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5" name="Rectangle 564"/>
            <p:cNvSpPr/>
            <p:nvPr/>
          </p:nvSpPr>
          <p:spPr>
            <a:xfrm>
              <a:off x="276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6" name="Rectangle 565"/>
            <p:cNvSpPr/>
            <p:nvPr/>
          </p:nvSpPr>
          <p:spPr>
            <a:xfrm>
              <a:off x="274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7" name="Rectangle 566"/>
            <p:cNvSpPr/>
            <p:nvPr/>
          </p:nvSpPr>
          <p:spPr>
            <a:xfrm>
              <a:off x="273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8" name="Rectangle 567"/>
            <p:cNvSpPr/>
            <p:nvPr/>
          </p:nvSpPr>
          <p:spPr>
            <a:xfrm>
              <a:off x="2720"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79" name="Rectangle 568"/>
            <p:cNvSpPr/>
            <p:nvPr/>
          </p:nvSpPr>
          <p:spPr>
            <a:xfrm>
              <a:off x="270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0" name="Rectangle 569"/>
            <p:cNvSpPr/>
            <p:nvPr/>
          </p:nvSpPr>
          <p:spPr>
            <a:xfrm>
              <a:off x="269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1" name="Rectangle 570"/>
            <p:cNvSpPr/>
            <p:nvPr/>
          </p:nvSpPr>
          <p:spPr>
            <a:xfrm>
              <a:off x="267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2" name="Rectangle 571"/>
            <p:cNvSpPr/>
            <p:nvPr/>
          </p:nvSpPr>
          <p:spPr>
            <a:xfrm>
              <a:off x="266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3" name="Rectangle 572"/>
            <p:cNvSpPr/>
            <p:nvPr/>
          </p:nvSpPr>
          <p:spPr>
            <a:xfrm>
              <a:off x="264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4" name="Rectangle 573"/>
            <p:cNvSpPr/>
            <p:nvPr/>
          </p:nvSpPr>
          <p:spPr>
            <a:xfrm>
              <a:off x="263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5" name="Rectangle 574"/>
            <p:cNvSpPr/>
            <p:nvPr/>
          </p:nvSpPr>
          <p:spPr>
            <a:xfrm>
              <a:off x="261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6" name="Rectangle 575"/>
            <p:cNvSpPr/>
            <p:nvPr/>
          </p:nvSpPr>
          <p:spPr>
            <a:xfrm>
              <a:off x="260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7" name="Rectangle 576"/>
            <p:cNvSpPr/>
            <p:nvPr/>
          </p:nvSpPr>
          <p:spPr>
            <a:xfrm>
              <a:off x="259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8" name="Rectangle 577"/>
            <p:cNvSpPr/>
            <p:nvPr/>
          </p:nvSpPr>
          <p:spPr>
            <a:xfrm>
              <a:off x="257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89" name="Rectangle 578"/>
            <p:cNvSpPr/>
            <p:nvPr/>
          </p:nvSpPr>
          <p:spPr>
            <a:xfrm>
              <a:off x="256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0" name="Rectangle 579"/>
            <p:cNvSpPr/>
            <p:nvPr/>
          </p:nvSpPr>
          <p:spPr>
            <a:xfrm>
              <a:off x="2547"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1" name="Rectangle 580"/>
            <p:cNvSpPr/>
            <p:nvPr/>
          </p:nvSpPr>
          <p:spPr>
            <a:xfrm>
              <a:off x="253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2" name="Rectangle 581"/>
            <p:cNvSpPr/>
            <p:nvPr/>
          </p:nvSpPr>
          <p:spPr>
            <a:xfrm>
              <a:off x="251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3" name="Rectangle 582"/>
            <p:cNvSpPr/>
            <p:nvPr/>
          </p:nvSpPr>
          <p:spPr>
            <a:xfrm>
              <a:off x="250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4" name="Rectangle 583"/>
            <p:cNvSpPr/>
            <p:nvPr/>
          </p:nvSpPr>
          <p:spPr>
            <a:xfrm>
              <a:off x="249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5" name="Rectangle 584"/>
            <p:cNvSpPr/>
            <p:nvPr/>
          </p:nvSpPr>
          <p:spPr>
            <a:xfrm>
              <a:off x="247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6" name="Rectangle 585"/>
            <p:cNvSpPr/>
            <p:nvPr/>
          </p:nvSpPr>
          <p:spPr>
            <a:xfrm>
              <a:off x="246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7" name="Rectangle 586"/>
            <p:cNvSpPr/>
            <p:nvPr/>
          </p:nvSpPr>
          <p:spPr>
            <a:xfrm>
              <a:off x="244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8" name="Rectangle 587"/>
            <p:cNvSpPr/>
            <p:nvPr/>
          </p:nvSpPr>
          <p:spPr>
            <a:xfrm>
              <a:off x="243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799" name="Rectangle 588"/>
            <p:cNvSpPr/>
            <p:nvPr/>
          </p:nvSpPr>
          <p:spPr>
            <a:xfrm>
              <a:off x="241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0" name="Rectangle 589"/>
            <p:cNvSpPr/>
            <p:nvPr/>
          </p:nvSpPr>
          <p:spPr>
            <a:xfrm>
              <a:off x="240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1" name="Rectangle 590"/>
            <p:cNvSpPr/>
            <p:nvPr/>
          </p:nvSpPr>
          <p:spPr>
            <a:xfrm>
              <a:off x="238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2" name="Rectangle 591"/>
            <p:cNvSpPr/>
            <p:nvPr/>
          </p:nvSpPr>
          <p:spPr>
            <a:xfrm>
              <a:off x="237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3" name="Rectangle 592"/>
            <p:cNvSpPr/>
            <p:nvPr/>
          </p:nvSpPr>
          <p:spPr>
            <a:xfrm>
              <a:off x="236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4" name="Rectangle 593"/>
            <p:cNvSpPr/>
            <p:nvPr/>
          </p:nvSpPr>
          <p:spPr>
            <a:xfrm>
              <a:off x="234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5" name="Rectangle 594"/>
            <p:cNvSpPr/>
            <p:nvPr/>
          </p:nvSpPr>
          <p:spPr>
            <a:xfrm>
              <a:off x="233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6" name="Rectangle 595"/>
            <p:cNvSpPr/>
            <p:nvPr/>
          </p:nvSpPr>
          <p:spPr>
            <a:xfrm>
              <a:off x="231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7" name="Rectangle 596"/>
            <p:cNvSpPr/>
            <p:nvPr/>
          </p:nvSpPr>
          <p:spPr>
            <a:xfrm>
              <a:off x="230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8" name="Rectangle 597"/>
            <p:cNvSpPr/>
            <p:nvPr/>
          </p:nvSpPr>
          <p:spPr>
            <a:xfrm>
              <a:off x="228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09" name="Rectangle 598"/>
            <p:cNvSpPr/>
            <p:nvPr/>
          </p:nvSpPr>
          <p:spPr>
            <a:xfrm>
              <a:off x="227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0" name="Rectangle 599"/>
            <p:cNvSpPr/>
            <p:nvPr/>
          </p:nvSpPr>
          <p:spPr>
            <a:xfrm>
              <a:off x="225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1" name="Rectangle 600"/>
            <p:cNvSpPr/>
            <p:nvPr/>
          </p:nvSpPr>
          <p:spPr>
            <a:xfrm>
              <a:off x="224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2" name="Rectangle 601"/>
            <p:cNvSpPr/>
            <p:nvPr/>
          </p:nvSpPr>
          <p:spPr>
            <a:xfrm>
              <a:off x="223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3" name="Rectangle 602"/>
            <p:cNvSpPr/>
            <p:nvPr/>
          </p:nvSpPr>
          <p:spPr>
            <a:xfrm>
              <a:off x="221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4" name="Rectangle 603"/>
            <p:cNvSpPr/>
            <p:nvPr/>
          </p:nvSpPr>
          <p:spPr>
            <a:xfrm>
              <a:off x="220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5" name="Rectangle 604"/>
            <p:cNvSpPr/>
            <p:nvPr/>
          </p:nvSpPr>
          <p:spPr>
            <a:xfrm>
              <a:off x="218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6" name="Rectangle 605"/>
            <p:cNvSpPr/>
            <p:nvPr/>
          </p:nvSpPr>
          <p:spPr>
            <a:xfrm>
              <a:off x="217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7" name="Rectangle 606"/>
            <p:cNvSpPr/>
            <p:nvPr/>
          </p:nvSpPr>
          <p:spPr>
            <a:xfrm>
              <a:off x="215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8" name="Rectangle 607"/>
            <p:cNvSpPr/>
            <p:nvPr/>
          </p:nvSpPr>
          <p:spPr>
            <a:xfrm>
              <a:off x="214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19" name="Rectangle 608"/>
            <p:cNvSpPr/>
            <p:nvPr/>
          </p:nvSpPr>
          <p:spPr>
            <a:xfrm>
              <a:off x="212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0" name="Rectangle 609"/>
            <p:cNvSpPr/>
            <p:nvPr/>
          </p:nvSpPr>
          <p:spPr>
            <a:xfrm>
              <a:off x="211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1" name="Rectangle 610"/>
            <p:cNvSpPr/>
            <p:nvPr/>
          </p:nvSpPr>
          <p:spPr>
            <a:xfrm>
              <a:off x="210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2" name="Rectangle 611"/>
            <p:cNvSpPr/>
            <p:nvPr/>
          </p:nvSpPr>
          <p:spPr>
            <a:xfrm>
              <a:off x="208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3" name="Rectangle 612"/>
            <p:cNvSpPr/>
            <p:nvPr/>
          </p:nvSpPr>
          <p:spPr>
            <a:xfrm>
              <a:off x="207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4" name="Rectangle 613"/>
            <p:cNvSpPr/>
            <p:nvPr/>
          </p:nvSpPr>
          <p:spPr>
            <a:xfrm>
              <a:off x="205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5" name="Rectangle 614"/>
            <p:cNvSpPr/>
            <p:nvPr/>
          </p:nvSpPr>
          <p:spPr>
            <a:xfrm>
              <a:off x="204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6" name="Rectangle 615"/>
            <p:cNvSpPr/>
            <p:nvPr/>
          </p:nvSpPr>
          <p:spPr>
            <a:xfrm>
              <a:off x="2028"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7" name="Rectangle 616"/>
            <p:cNvSpPr/>
            <p:nvPr/>
          </p:nvSpPr>
          <p:spPr>
            <a:xfrm>
              <a:off x="201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8" name="Rectangle 617"/>
            <p:cNvSpPr/>
            <p:nvPr/>
          </p:nvSpPr>
          <p:spPr>
            <a:xfrm>
              <a:off x="200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29" name="Rectangle 618"/>
            <p:cNvSpPr/>
            <p:nvPr/>
          </p:nvSpPr>
          <p:spPr>
            <a:xfrm>
              <a:off x="198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0" name="Rectangle 619"/>
            <p:cNvSpPr/>
            <p:nvPr/>
          </p:nvSpPr>
          <p:spPr>
            <a:xfrm>
              <a:off x="197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1" name="Rectangle 620"/>
            <p:cNvSpPr/>
            <p:nvPr/>
          </p:nvSpPr>
          <p:spPr>
            <a:xfrm>
              <a:off x="195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2" name="Rectangle 621"/>
            <p:cNvSpPr/>
            <p:nvPr/>
          </p:nvSpPr>
          <p:spPr>
            <a:xfrm>
              <a:off x="194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3" name="Rectangle 622"/>
            <p:cNvSpPr/>
            <p:nvPr/>
          </p:nvSpPr>
          <p:spPr>
            <a:xfrm>
              <a:off x="192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4" name="Rectangle 623"/>
            <p:cNvSpPr/>
            <p:nvPr/>
          </p:nvSpPr>
          <p:spPr>
            <a:xfrm>
              <a:off x="191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5" name="Rectangle 624"/>
            <p:cNvSpPr/>
            <p:nvPr/>
          </p:nvSpPr>
          <p:spPr>
            <a:xfrm>
              <a:off x="189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6" name="Rectangle 625"/>
            <p:cNvSpPr/>
            <p:nvPr/>
          </p:nvSpPr>
          <p:spPr>
            <a:xfrm>
              <a:off x="188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7" name="Rectangle 626"/>
            <p:cNvSpPr/>
            <p:nvPr/>
          </p:nvSpPr>
          <p:spPr>
            <a:xfrm>
              <a:off x="187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8" name="Rectangle 627"/>
            <p:cNvSpPr/>
            <p:nvPr/>
          </p:nvSpPr>
          <p:spPr>
            <a:xfrm>
              <a:off x="1855"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39" name="Rectangle 628"/>
            <p:cNvSpPr/>
            <p:nvPr/>
          </p:nvSpPr>
          <p:spPr>
            <a:xfrm>
              <a:off x="184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0" name="Rectangle 629"/>
            <p:cNvSpPr/>
            <p:nvPr/>
          </p:nvSpPr>
          <p:spPr>
            <a:xfrm>
              <a:off x="182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1" name="Rectangle 630"/>
            <p:cNvSpPr/>
            <p:nvPr/>
          </p:nvSpPr>
          <p:spPr>
            <a:xfrm>
              <a:off x="181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2" name="Rectangle 631"/>
            <p:cNvSpPr/>
            <p:nvPr/>
          </p:nvSpPr>
          <p:spPr>
            <a:xfrm>
              <a:off x="179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3" name="Rectangle 632"/>
            <p:cNvSpPr/>
            <p:nvPr/>
          </p:nvSpPr>
          <p:spPr>
            <a:xfrm>
              <a:off x="178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4" name="Rectangle 633"/>
            <p:cNvSpPr/>
            <p:nvPr/>
          </p:nvSpPr>
          <p:spPr>
            <a:xfrm>
              <a:off x="176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5" name="Rectangle 634"/>
            <p:cNvSpPr/>
            <p:nvPr/>
          </p:nvSpPr>
          <p:spPr>
            <a:xfrm>
              <a:off x="175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6" name="Rectangle 635"/>
            <p:cNvSpPr/>
            <p:nvPr/>
          </p:nvSpPr>
          <p:spPr>
            <a:xfrm>
              <a:off x="174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7" name="Rectangle 636"/>
            <p:cNvSpPr/>
            <p:nvPr/>
          </p:nvSpPr>
          <p:spPr>
            <a:xfrm>
              <a:off x="172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8" name="Rectangle 637"/>
            <p:cNvSpPr/>
            <p:nvPr/>
          </p:nvSpPr>
          <p:spPr>
            <a:xfrm>
              <a:off x="171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49" name="Rectangle 638"/>
            <p:cNvSpPr/>
            <p:nvPr/>
          </p:nvSpPr>
          <p:spPr>
            <a:xfrm>
              <a:off x="169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0" name="Rectangle 639"/>
            <p:cNvSpPr/>
            <p:nvPr/>
          </p:nvSpPr>
          <p:spPr>
            <a:xfrm>
              <a:off x="168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1" name="Rectangle 640"/>
            <p:cNvSpPr/>
            <p:nvPr/>
          </p:nvSpPr>
          <p:spPr>
            <a:xfrm>
              <a:off x="166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2" name="Rectangle 641"/>
            <p:cNvSpPr/>
            <p:nvPr/>
          </p:nvSpPr>
          <p:spPr>
            <a:xfrm>
              <a:off x="165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3" name="Rectangle 642"/>
            <p:cNvSpPr/>
            <p:nvPr/>
          </p:nvSpPr>
          <p:spPr>
            <a:xfrm>
              <a:off x="163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854" name="Rectangle 643"/>
            <p:cNvSpPr/>
            <p:nvPr/>
          </p:nvSpPr>
          <p:spPr>
            <a:xfrm>
              <a:off x="162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grpSp>
      <p:sp>
        <p:nvSpPr>
          <p:cNvPr id="43051" name="Rectangle 649"/>
          <p:cNvSpPr/>
          <p:nvPr/>
        </p:nvSpPr>
        <p:spPr>
          <a:xfrm>
            <a:off x="2268220" y="2782888"/>
            <a:ext cx="6226175" cy="593725"/>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52" name="Rectangle 650"/>
          <p:cNvSpPr/>
          <p:nvPr/>
        </p:nvSpPr>
        <p:spPr>
          <a:xfrm>
            <a:off x="4111308" y="2932113"/>
            <a:ext cx="2921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人</a:t>
            </a:r>
            <a:endParaRPr lang="zh-CN" altLang="en-US" dirty="0">
              <a:latin typeface="Verdana" panose="020B0604030504040204" pitchFamily="34" charset="0"/>
            </a:endParaRPr>
          </a:p>
        </p:txBody>
      </p:sp>
      <p:sp>
        <p:nvSpPr>
          <p:cNvPr id="43053" name="Rectangle 651"/>
          <p:cNvSpPr/>
          <p:nvPr/>
        </p:nvSpPr>
        <p:spPr>
          <a:xfrm>
            <a:off x="4935220" y="2932113"/>
            <a:ext cx="2921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机</a:t>
            </a:r>
            <a:endParaRPr lang="zh-CN" altLang="en-US" dirty="0">
              <a:latin typeface="Verdana" panose="020B0604030504040204" pitchFamily="34" charset="0"/>
            </a:endParaRPr>
          </a:p>
        </p:txBody>
      </p:sp>
      <p:sp>
        <p:nvSpPr>
          <p:cNvPr id="43054" name="Rectangle 652"/>
          <p:cNvSpPr/>
          <p:nvPr/>
        </p:nvSpPr>
        <p:spPr>
          <a:xfrm>
            <a:off x="5621020" y="2932113"/>
            <a:ext cx="2921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接</a:t>
            </a:r>
            <a:endParaRPr lang="zh-CN" altLang="en-US" dirty="0">
              <a:latin typeface="Verdana" panose="020B0604030504040204" pitchFamily="34" charset="0"/>
            </a:endParaRPr>
          </a:p>
        </p:txBody>
      </p:sp>
      <p:sp>
        <p:nvSpPr>
          <p:cNvPr id="43055" name="Rectangle 653"/>
          <p:cNvSpPr/>
          <p:nvPr/>
        </p:nvSpPr>
        <p:spPr>
          <a:xfrm>
            <a:off x="6376670" y="2932113"/>
            <a:ext cx="2921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口</a:t>
            </a:r>
            <a:endParaRPr lang="zh-CN" altLang="en-US" dirty="0">
              <a:latin typeface="Verdana" panose="020B0604030504040204" pitchFamily="34" charset="0"/>
            </a:endParaRPr>
          </a:p>
        </p:txBody>
      </p:sp>
      <p:sp>
        <p:nvSpPr>
          <p:cNvPr id="43056" name="Rectangle 654"/>
          <p:cNvSpPr/>
          <p:nvPr/>
        </p:nvSpPr>
        <p:spPr>
          <a:xfrm>
            <a:off x="2727008" y="1816100"/>
            <a:ext cx="771525" cy="476250"/>
          </a:xfrm>
          <a:prstGeom prst="rect">
            <a:avLst/>
          </a:prstGeom>
          <a:noFill/>
          <a:ln w="9525">
            <a:noFill/>
          </a:ln>
        </p:spPr>
        <p:txBody>
          <a:bodyPr/>
          <a:p>
            <a:pPr eaLnBrk="1" hangingPunct="1"/>
            <a:endParaRPr lang="zh-CN" altLang="en-US" dirty="0">
              <a:latin typeface="Verdana" panose="020B0604030504040204" pitchFamily="34" charset="0"/>
            </a:endParaRPr>
          </a:p>
        </p:txBody>
      </p:sp>
      <p:sp>
        <p:nvSpPr>
          <p:cNvPr id="43057" name="Rectangle 656"/>
          <p:cNvSpPr/>
          <p:nvPr/>
        </p:nvSpPr>
        <p:spPr>
          <a:xfrm>
            <a:off x="4557395" y="1797050"/>
            <a:ext cx="1320800" cy="476250"/>
          </a:xfrm>
          <a:prstGeom prst="rect">
            <a:avLst/>
          </a:prstGeom>
          <a:noFill/>
          <a:ln w="9525">
            <a:noFill/>
          </a:ln>
        </p:spPr>
        <p:txBody>
          <a:bodyPr/>
          <a:p>
            <a:pPr eaLnBrk="1" hangingPunct="1"/>
            <a:endParaRPr lang="zh-CN" altLang="en-US" dirty="0">
              <a:latin typeface="Verdana" panose="020B0604030504040204" pitchFamily="34" charset="0"/>
            </a:endParaRPr>
          </a:p>
        </p:txBody>
      </p:sp>
      <p:sp>
        <p:nvSpPr>
          <p:cNvPr id="43058" name="Rectangle 658"/>
          <p:cNvSpPr/>
          <p:nvPr/>
        </p:nvSpPr>
        <p:spPr>
          <a:xfrm>
            <a:off x="6570345" y="1797050"/>
            <a:ext cx="1597025" cy="476250"/>
          </a:xfrm>
          <a:prstGeom prst="rect">
            <a:avLst/>
          </a:prstGeom>
          <a:noFill/>
          <a:ln w="9525">
            <a:noFill/>
          </a:ln>
        </p:spPr>
        <p:txBody>
          <a:bodyPr/>
          <a:p>
            <a:pPr eaLnBrk="1" hangingPunct="1"/>
            <a:endParaRPr lang="zh-CN" altLang="en-US" dirty="0">
              <a:latin typeface="Verdana" panose="020B0604030504040204" pitchFamily="34" charset="0"/>
            </a:endParaRPr>
          </a:p>
        </p:txBody>
      </p:sp>
      <p:sp>
        <p:nvSpPr>
          <p:cNvPr id="43059" name="Rectangle 660"/>
          <p:cNvSpPr/>
          <p:nvPr/>
        </p:nvSpPr>
        <p:spPr>
          <a:xfrm>
            <a:off x="1903095" y="3967163"/>
            <a:ext cx="2563813"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60" name="Rectangle 661"/>
          <p:cNvSpPr/>
          <p:nvPr/>
        </p:nvSpPr>
        <p:spPr>
          <a:xfrm>
            <a:off x="2633345" y="4006850"/>
            <a:ext cx="11684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解释机构</a:t>
            </a:r>
            <a:endParaRPr lang="zh-CN" altLang="en-US" dirty="0">
              <a:latin typeface="Verdana" panose="020B0604030504040204" pitchFamily="34" charset="0"/>
            </a:endParaRPr>
          </a:p>
        </p:txBody>
      </p:sp>
      <p:sp>
        <p:nvSpPr>
          <p:cNvPr id="43061" name="Rectangle 662"/>
          <p:cNvSpPr/>
          <p:nvPr/>
        </p:nvSpPr>
        <p:spPr>
          <a:xfrm>
            <a:off x="5930583" y="4065588"/>
            <a:ext cx="2563812"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62" name="Rectangle 663"/>
          <p:cNvSpPr/>
          <p:nvPr/>
        </p:nvSpPr>
        <p:spPr>
          <a:xfrm>
            <a:off x="6240145" y="4083050"/>
            <a:ext cx="17526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知识获取机构</a:t>
            </a:r>
            <a:endParaRPr lang="zh-CN" altLang="en-US" dirty="0">
              <a:latin typeface="Verdana" panose="020B0604030504040204" pitchFamily="34" charset="0"/>
            </a:endParaRPr>
          </a:p>
        </p:txBody>
      </p:sp>
      <p:sp>
        <p:nvSpPr>
          <p:cNvPr id="43063" name="Rectangle 664"/>
          <p:cNvSpPr/>
          <p:nvPr/>
        </p:nvSpPr>
        <p:spPr>
          <a:xfrm>
            <a:off x="1445895" y="5051425"/>
            <a:ext cx="1924050"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64" name="Rectangle 665"/>
          <p:cNvSpPr/>
          <p:nvPr/>
        </p:nvSpPr>
        <p:spPr>
          <a:xfrm>
            <a:off x="1995170" y="5073650"/>
            <a:ext cx="8763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数据库</a:t>
            </a:r>
            <a:endParaRPr lang="zh-CN" altLang="en-US" dirty="0">
              <a:latin typeface="Verdana" panose="020B0604030504040204" pitchFamily="34" charset="0"/>
            </a:endParaRPr>
          </a:p>
        </p:txBody>
      </p:sp>
      <p:sp>
        <p:nvSpPr>
          <p:cNvPr id="43065" name="Rectangle 666"/>
          <p:cNvSpPr/>
          <p:nvPr/>
        </p:nvSpPr>
        <p:spPr>
          <a:xfrm>
            <a:off x="3733483" y="5051425"/>
            <a:ext cx="2290762"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66" name="Rectangle 667"/>
          <p:cNvSpPr/>
          <p:nvPr/>
        </p:nvSpPr>
        <p:spPr>
          <a:xfrm>
            <a:off x="4465320" y="5073650"/>
            <a:ext cx="8763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推理机</a:t>
            </a:r>
            <a:endParaRPr lang="zh-CN" altLang="en-US" dirty="0">
              <a:latin typeface="Verdana" panose="020B0604030504040204" pitchFamily="34" charset="0"/>
            </a:endParaRPr>
          </a:p>
        </p:txBody>
      </p:sp>
      <p:sp>
        <p:nvSpPr>
          <p:cNvPr id="43067" name="Rectangle 668"/>
          <p:cNvSpPr/>
          <p:nvPr/>
        </p:nvSpPr>
        <p:spPr>
          <a:xfrm>
            <a:off x="6479858" y="5051425"/>
            <a:ext cx="2289175" cy="495300"/>
          </a:xfrm>
          <a:prstGeom prst="rect">
            <a:avLst/>
          </a:prstGeom>
          <a:solidFill>
            <a:srgbClr val="FFFFFF"/>
          </a:solidFill>
          <a:ln w="11113" cap="flat" cmpd="sng">
            <a:solidFill>
              <a:srgbClr val="000000"/>
            </a:solidFill>
            <a:prstDash val="solid"/>
            <a:miter/>
            <a:headEnd type="none" w="med" len="med"/>
            <a:tailEnd type="none" w="med" len="med"/>
          </a:ln>
        </p:spPr>
        <p:txBody>
          <a:bodyPr/>
          <a:p>
            <a:pPr eaLnBrk="1" hangingPunct="1"/>
            <a:endParaRPr lang="zh-CN" altLang="en-US" dirty="0">
              <a:latin typeface="Verdana" panose="020B0604030504040204" pitchFamily="34" charset="0"/>
            </a:endParaRPr>
          </a:p>
        </p:txBody>
      </p:sp>
      <p:sp>
        <p:nvSpPr>
          <p:cNvPr id="43068" name="Rectangle 669"/>
          <p:cNvSpPr/>
          <p:nvPr/>
        </p:nvSpPr>
        <p:spPr>
          <a:xfrm>
            <a:off x="7211695" y="5073650"/>
            <a:ext cx="876300" cy="350838"/>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知识库</a:t>
            </a:r>
            <a:endParaRPr lang="zh-CN" altLang="en-US" dirty="0">
              <a:latin typeface="Verdana" panose="020B0604030504040204" pitchFamily="34" charset="0"/>
            </a:endParaRPr>
          </a:p>
        </p:txBody>
      </p:sp>
      <p:grpSp>
        <p:nvGrpSpPr>
          <p:cNvPr id="43069" name="Group 673"/>
          <p:cNvGrpSpPr/>
          <p:nvPr/>
        </p:nvGrpSpPr>
        <p:grpSpPr>
          <a:xfrm>
            <a:off x="2941320" y="2190750"/>
            <a:ext cx="120650" cy="592138"/>
            <a:chOff x="1234" y="968"/>
            <a:chExt cx="76" cy="373"/>
          </a:xfrm>
        </p:grpSpPr>
        <p:sp>
          <p:nvSpPr>
            <p:cNvPr id="43682" name="Line 670"/>
            <p:cNvSpPr/>
            <p:nvPr/>
          </p:nvSpPr>
          <p:spPr>
            <a:xfrm>
              <a:off x="1272" y="1046"/>
              <a:ext cx="1" cy="218"/>
            </a:xfrm>
            <a:prstGeom prst="line">
              <a:avLst/>
            </a:prstGeom>
            <a:ln w="11113" cap="flat" cmpd="sng">
              <a:solidFill>
                <a:srgbClr val="000000"/>
              </a:solidFill>
              <a:prstDash val="solid"/>
              <a:headEnd type="none" w="med" len="med"/>
              <a:tailEnd type="none" w="med" len="med"/>
            </a:ln>
          </p:spPr>
        </p:sp>
        <p:sp>
          <p:nvSpPr>
            <p:cNvPr id="43683" name="Freeform 671"/>
            <p:cNvSpPr/>
            <p:nvPr/>
          </p:nvSpPr>
          <p:spPr>
            <a:xfrm>
              <a:off x="1234" y="968"/>
              <a:ext cx="76" cy="82"/>
            </a:xfrm>
            <a:custGeom>
              <a:avLst/>
              <a:gdLst>
                <a:gd name="txL" fmla="*/ 0 w 76"/>
                <a:gd name="txT" fmla="*/ 0 h 82"/>
                <a:gd name="txR" fmla="*/ 76 w 76"/>
                <a:gd name="txB" fmla="*/ 82 h 82"/>
              </a:gdLst>
              <a:ahLst/>
              <a:cxnLst>
                <a:cxn ang="0">
                  <a:pos x="76" y="82"/>
                </a:cxn>
                <a:cxn ang="0">
                  <a:pos x="38" y="0"/>
                </a:cxn>
                <a:cxn ang="0">
                  <a:pos x="0" y="82"/>
                </a:cxn>
                <a:cxn ang="0">
                  <a:pos x="76" y="82"/>
                </a:cxn>
              </a:cxnLst>
              <a:rect l="txL" t="txT" r="txR" b="txB"/>
              <a:pathLst>
                <a:path w="76" h="82">
                  <a:moveTo>
                    <a:pt x="76" y="82"/>
                  </a:moveTo>
                  <a:lnTo>
                    <a:pt x="38" y="0"/>
                  </a:lnTo>
                  <a:lnTo>
                    <a:pt x="0" y="82"/>
                  </a:lnTo>
                  <a:lnTo>
                    <a:pt x="76" y="82"/>
                  </a:lnTo>
                  <a:close/>
                </a:path>
              </a:pathLst>
            </a:custGeom>
            <a:solidFill>
              <a:srgbClr val="000000">
                <a:alpha val="100000"/>
              </a:srgbClr>
            </a:solidFill>
            <a:ln w="9525">
              <a:noFill/>
            </a:ln>
          </p:spPr>
          <p:txBody>
            <a:bodyPr/>
            <a:p>
              <a:endParaRPr lang="zh-CN" altLang="en-US"/>
            </a:p>
          </p:txBody>
        </p:sp>
        <p:sp>
          <p:nvSpPr>
            <p:cNvPr id="43684" name="Freeform 672"/>
            <p:cNvSpPr/>
            <p:nvPr/>
          </p:nvSpPr>
          <p:spPr>
            <a:xfrm>
              <a:off x="1234" y="1261"/>
              <a:ext cx="76" cy="80"/>
            </a:xfrm>
            <a:custGeom>
              <a:avLst/>
              <a:gdLst>
                <a:gd name="txL" fmla="*/ 0 w 76"/>
                <a:gd name="txT" fmla="*/ 0 h 80"/>
                <a:gd name="txR" fmla="*/ 76 w 76"/>
                <a:gd name="txB" fmla="*/ 80 h 80"/>
              </a:gdLst>
              <a:ahLst/>
              <a:cxnLst>
                <a:cxn ang="0">
                  <a:pos x="0" y="0"/>
                </a:cxn>
                <a:cxn ang="0">
                  <a:pos x="38" y="80"/>
                </a:cxn>
                <a:cxn ang="0">
                  <a:pos x="76" y="0"/>
                </a:cxn>
                <a:cxn ang="0">
                  <a:pos x="0" y="0"/>
                </a:cxn>
              </a:cxnLst>
              <a:rect l="txL" t="txT" r="txR" b="txB"/>
              <a:pathLst>
                <a:path w="76" h="80">
                  <a:moveTo>
                    <a:pt x="0" y="0"/>
                  </a:moveTo>
                  <a:lnTo>
                    <a:pt x="38"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70" name="Group 677"/>
          <p:cNvGrpSpPr/>
          <p:nvPr/>
        </p:nvGrpSpPr>
        <p:grpSpPr>
          <a:xfrm>
            <a:off x="5138420" y="2190750"/>
            <a:ext cx="120650" cy="592138"/>
            <a:chOff x="2618" y="968"/>
            <a:chExt cx="76" cy="373"/>
          </a:xfrm>
        </p:grpSpPr>
        <p:sp>
          <p:nvSpPr>
            <p:cNvPr id="43679" name="Line 674"/>
            <p:cNvSpPr/>
            <p:nvPr/>
          </p:nvSpPr>
          <p:spPr>
            <a:xfrm>
              <a:off x="2655" y="1046"/>
              <a:ext cx="1" cy="218"/>
            </a:xfrm>
            <a:prstGeom prst="line">
              <a:avLst/>
            </a:prstGeom>
            <a:ln w="11113" cap="flat" cmpd="sng">
              <a:solidFill>
                <a:srgbClr val="000000"/>
              </a:solidFill>
              <a:prstDash val="solid"/>
              <a:headEnd type="none" w="med" len="med"/>
              <a:tailEnd type="none" w="med" len="med"/>
            </a:ln>
          </p:spPr>
        </p:sp>
        <p:sp>
          <p:nvSpPr>
            <p:cNvPr id="43680" name="Freeform 675"/>
            <p:cNvSpPr/>
            <p:nvPr/>
          </p:nvSpPr>
          <p:spPr>
            <a:xfrm>
              <a:off x="2618" y="968"/>
              <a:ext cx="76" cy="82"/>
            </a:xfrm>
            <a:custGeom>
              <a:avLst/>
              <a:gdLst>
                <a:gd name="txL" fmla="*/ 0 w 76"/>
                <a:gd name="txT" fmla="*/ 0 h 82"/>
                <a:gd name="txR" fmla="*/ 76 w 76"/>
                <a:gd name="txB" fmla="*/ 82 h 82"/>
              </a:gdLst>
              <a:ahLst/>
              <a:cxnLst>
                <a:cxn ang="0">
                  <a:pos x="76" y="82"/>
                </a:cxn>
                <a:cxn ang="0">
                  <a:pos x="37" y="0"/>
                </a:cxn>
                <a:cxn ang="0">
                  <a:pos x="0" y="82"/>
                </a:cxn>
                <a:cxn ang="0">
                  <a:pos x="76" y="82"/>
                </a:cxn>
              </a:cxnLst>
              <a:rect l="txL" t="txT" r="txR" b="txB"/>
              <a:pathLst>
                <a:path w="76" h="82">
                  <a:moveTo>
                    <a:pt x="76" y="82"/>
                  </a:moveTo>
                  <a:lnTo>
                    <a:pt x="37" y="0"/>
                  </a:lnTo>
                  <a:lnTo>
                    <a:pt x="0" y="82"/>
                  </a:lnTo>
                  <a:lnTo>
                    <a:pt x="76" y="82"/>
                  </a:lnTo>
                  <a:close/>
                </a:path>
              </a:pathLst>
            </a:custGeom>
            <a:solidFill>
              <a:srgbClr val="000000">
                <a:alpha val="100000"/>
              </a:srgbClr>
            </a:solidFill>
            <a:ln w="9525">
              <a:noFill/>
            </a:ln>
          </p:spPr>
          <p:txBody>
            <a:bodyPr/>
            <a:p>
              <a:endParaRPr lang="zh-CN" altLang="en-US"/>
            </a:p>
          </p:txBody>
        </p:sp>
        <p:sp>
          <p:nvSpPr>
            <p:cNvPr id="43681" name="Freeform 676"/>
            <p:cNvSpPr/>
            <p:nvPr/>
          </p:nvSpPr>
          <p:spPr>
            <a:xfrm>
              <a:off x="2618" y="1261"/>
              <a:ext cx="76" cy="80"/>
            </a:xfrm>
            <a:custGeom>
              <a:avLst/>
              <a:gdLst>
                <a:gd name="txL" fmla="*/ 0 w 76"/>
                <a:gd name="txT" fmla="*/ 0 h 80"/>
                <a:gd name="txR" fmla="*/ 76 w 76"/>
                <a:gd name="txB" fmla="*/ 80 h 80"/>
              </a:gdLst>
              <a:ahLst/>
              <a:cxnLst>
                <a:cxn ang="0">
                  <a:pos x="0" y="0"/>
                </a:cxn>
                <a:cxn ang="0">
                  <a:pos x="37" y="80"/>
                </a:cxn>
                <a:cxn ang="0">
                  <a:pos x="76" y="0"/>
                </a:cxn>
                <a:cxn ang="0">
                  <a:pos x="0" y="0"/>
                </a:cxn>
              </a:cxnLst>
              <a:rect l="txL" t="txT" r="txR" b="txB"/>
              <a:pathLst>
                <a:path w="76" h="80">
                  <a:moveTo>
                    <a:pt x="0" y="0"/>
                  </a:moveTo>
                  <a:lnTo>
                    <a:pt x="37"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71" name="Group 681"/>
          <p:cNvGrpSpPr/>
          <p:nvPr/>
        </p:nvGrpSpPr>
        <p:grpSpPr>
          <a:xfrm>
            <a:off x="7335520" y="2190750"/>
            <a:ext cx="120650" cy="592138"/>
            <a:chOff x="4002" y="968"/>
            <a:chExt cx="76" cy="373"/>
          </a:xfrm>
        </p:grpSpPr>
        <p:sp>
          <p:nvSpPr>
            <p:cNvPr id="43676" name="Line 678"/>
            <p:cNvSpPr/>
            <p:nvPr/>
          </p:nvSpPr>
          <p:spPr>
            <a:xfrm>
              <a:off x="4039" y="1046"/>
              <a:ext cx="1" cy="218"/>
            </a:xfrm>
            <a:prstGeom prst="line">
              <a:avLst/>
            </a:prstGeom>
            <a:ln w="11113" cap="flat" cmpd="sng">
              <a:solidFill>
                <a:srgbClr val="000000"/>
              </a:solidFill>
              <a:prstDash val="solid"/>
              <a:headEnd type="none" w="med" len="med"/>
              <a:tailEnd type="none" w="med" len="med"/>
            </a:ln>
          </p:spPr>
        </p:sp>
        <p:sp>
          <p:nvSpPr>
            <p:cNvPr id="43677" name="Freeform 679"/>
            <p:cNvSpPr/>
            <p:nvPr/>
          </p:nvSpPr>
          <p:spPr>
            <a:xfrm>
              <a:off x="4002" y="968"/>
              <a:ext cx="76" cy="82"/>
            </a:xfrm>
            <a:custGeom>
              <a:avLst/>
              <a:gdLst>
                <a:gd name="txL" fmla="*/ 0 w 76"/>
                <a:gd name="txT" fmla="*/ 0 h 82"/>
                <a:gd name="txR" fmla="*/ 76 w 76"/>
                <a:gd name="txB" fmla="*/ 82 h 82"/>
              </a:gdLst>
              <a:ahLst/>
              <a:cxnLst>
                <a:cxn ang="0">
                  <a:pos x="76" y="82"/>
                </a:cxn>
                <a:cxn ang="0">
                  <a:pos x="37" y="0"/>
                </a:cxn>
                <a:cxn ang="0">
                  <a:pos x="0" y="82"/>
                </a:cxn>
                <a:cxn ang="0">
                  <a:pos x="76" y="82"/>
                </a:cxn>
              </a:cxnLst>
              <a:rect l="txL" t="txT" r="txR" b="txB"/>
              <a:pathLst>
                <a:path w="76" h="82">
                  <a:moveTo>
                    <a:pt x="76" y="82"/>
                  </a:moveTo>
                  <a:lnTo>
                    <a:pt x="37" y="0"/>
                  </a:lnTo>
                  <a:lnTo>
                    <a:pt x="0" y="82"/>
                  </a:lnTo>
                  <a:lnTo>
                    <a:pt x="76" y="82"/>
                  </a:lnTo>
                  <a:close/>
                </a:path>
              </a:pathLst>
            </a:custGeom>
            <a:solidFill>
              <a:srgbClr val="000000">
                <a:alpha val="100000"/>
              </a:srgbClr>
            </a:solidFill>
            <a:ln w="9525">
              <a:noFill/>
            </a:ln>
          </p:spPr>
          <p:txBody>
            <a:bodyPr/>
            <a:p>
              <a:endParaRPr lang="zh-CN" altLang="en-US"/>
            </a:p>
          </p:txBody>
        </p:sp>
        <p:sp>
          <p:nvSpPr>
            <p:cNvPr id="43678" name="Freeform 680"/>
            <p:cNvSpPr/>
            <p:nvPr/>
          </p:nvSpPr>
          <p:spPr>
            <a:xfrm>
              <a:off x="4002" y="1261"/>
              <a:ext cx="76" cy="80"/>
            </a:xfrm>
            <a:custGeom>
              <a:avLst/>
              <a:gdLst>
                <a:gd name="txL" fmla="*/ 0 w 76"/>
                <a:gd name="txT" fmla="*/ 0 h 80"/>
                <a:gd name="txR" fmla="*/ 76 w 76"/>
                <a:gd name="txB" fmla="*/ 80 h 80"/>
              </a:gdLst>
              <a:ahLst/>
              <a:cxnLst>
                <a:cxn ang="0">
                  <a:pos x="0" y="0"/>
                </a:cxn>
                <a:cxn ang="0">
                  <a:pos x="37" y="80"/>
                </a:cxn>
                <a:cxn ang="0">
                  <a:pos x="76" y="0"/>
                </a:cxn>
                <a:cxn ang="0">
                  <a:pos x="0" y="0"/>
                </a:cxn>
              </a:cxnLst>
              <a:rect l="txL" t="txT" r="txR" b="txB"/>
              <a:pathLst>
                <a:path w="76" h="80">
                  <a:moveTo>
                    <a:pt x="0" y="0"/>
                  </a:moveTo>
                  <a:lnTo>
                    <a:pt x="37"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72" name="Group 685"/>
          <p:cNvGrpSpPr/>
          <p:nvPr/>
        </p:nvGrpSpPr>
        <p:grpSpPr>
          <a:xfrm>
            <a:off x="2941320" y="3375025"/>
            <a:ext cx="120650" cy="592138"/>
            <a:chOff x="1234" y="1714"/>
            <a:chExt cx="76" cy="373"/>
          </a:xfrm>
        </p:grpSpPr>
        <p:sp>
          <p:nvSpPr>
            <p:cNvPr id="43673" name="Line 682"/>
            <p:cNvSpPr/>
            <p:nvPr/>
          </p:nvSpPr>
          <p:spPr>
            <a:xfrm>
              <a:off x="1272" y="1792"/>
              <a:ext cx="1" cy="217"/>
            </a:xfrm>
            <a:prstGeom prst="line">
              <a:avLst/>
            </a:prstGeom>
            <a:ln w="11113" cap="flat" cmpd="sng">
              <a:solidFill>
                <a:srgbClr val="000000"/>
              </a:solidFill>
              <a:prstDash val="solid"/>
              <a:headEnd type="none" w="med" len="med"/>
              <a:tailEnd type="none" w="med" len="med"/>
            </a:ln>
          </p:spPr>
        </p:sp>
        <p:sp>
          <p:nvSpPr>
            <p:cNvPr id="43674" name="Freeform 683"/>
            <p:cNvSpPr/>
            <p:nvPr/>
          </p:nvSpPr>
          <p:spPr>
            <a:xfrm>
              <a:off x="1234" y="1714"/>
              <a:ext cx="76" cy="81"/>
            </a:xfrm>
            <a:custGeom>
              <a:avLst/>
              <a:gdLst>
                <a:gd name="txL" fmla="*/ 0 w 76"/>
                <a:gd name="txT" fmla="*/ 0 h 81"/>
                <a:gd name="txR" fmla="*/ 76 w 76"/>
                <a:gd name="txB" fmla="*/ 81 h 81"/>
              </a:gdLst>
              <a:ahLst/>
              <a:cxnLst>
                <a:cxn ang="0">
                  <a:pos x="76" y="81"/>
                </a:cxn>
                <a:cxn ang="0">
                  <a:pos x="38" y="0"/>
                </a:cxn>
                <a:cxn ang="0">
                  <a:pos x="0" y="81"/>
                </a:cxn>
                <a:cxn ang="0">
                  <a:pos x="76" y="81"/>
                </a:cxn>
              </a:cxnLst>
              <a:rect l="txL" t="txT" r="txR" b="txB"/>
              <a:pathLst>
                <a:path w="76" h="81">
                  <a:moveTo>
                    <a:pt x="76" y="81"/>
                  </a:moveTo>
                  <a:lnTo>
                    <a:pt x="38" y="0"/>
                  </a:lnTo>
                  <a:lnTo>
                    <a:pt x="0" y="81"/>
                  </a:lnTo>
                  <a:lnTo>
                    <a:pt x="76" y="81"/>
                  </a:lnTo>
                  <a:close/>
                </a:path>
              </a:pathLst>
            </a:custGeom>
            <a:solidFill>
              <a:srgbClr val="000000">
                <a:alpha val="100000"/>
              </a:srgbClr>
            </a:solidFill>
            <a:ln w="9525">
              <a:noFill/>
            </a:ln>
          </p:spPr>
          <p:txBody>
            <a:bodyPr/>
            <a:p>
              <a:endParaRPr lang="zh-CN" altLang="en-US"/>
            </a:p>
          </p:txBody>
        </p:sp>
        <p:sp>
          <p:nvSpPr>
            <p:cNvPr id="43675" name="Freeform 684"/>
            <p:cNvSpPr/>
            <p:nvPr/>
          </p:nvSpPr>
          <p:spPr>
            <a:xfrm>
              <a:off x="1234" y="2006"/>
              <a:ext cx="76" cy="81"/>
            </a:xfrm>
            <a:custGeom>
              <a:avLst/>
              <a:gdLst>
                <a:gd name="txL" fmla="*/ 0 w 76"/>
                <a:gd name="txT" fmla="*/ 0 h 81"/>
                <a:gd name="txR" fmla="*/ 76 w 76"/>
                <a:gd name="txB" fmla="*/ 81 h 81"/>
              </a:gdLst>
              <a:ahLst/>
              <a:cxnLst>
                <a:cxn ang="0">
                  <a:pos x="0" y="0"/>
                </a:cxn>
                <a:cxn ang="0">
                  <a:pos x="38" y="81"/>
                </a:cxn>
                <a:cxn ang="0">
                  <a:pos x="76" y="0"/>
                </a:cxn>
                <a:cxn ang="0">
                  <a:pos x="0" y="0"/>
                </a:cxn>
              </a:cxnLst>
              <a:rect l="txL" t="txT" r="txR" b="txB"/>
              <a:pathLst>
                <a:path w="76" h="81">
                  <a:moveTo>
                    <a:pt x="0" y="0"/>
                  </a:moveTo>
                  <a:lnTo>
                    <a:pt x="38" y="81"/>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73" name="Group 689"/>
          <p:cNvGrpSpPr/>
          <p:nvPr/>
        </p:nvGrpSpPr>
        <p:grpSpPr>
          <a:xfrm>
            <a:off x="7060883" y="3375025"/>
            <a:ext cx="120650" cy="592138"/>
            <a:chOff x="3829" y="1714"/>
            <a:chExt cx="76" cy="373"/>
          </a:xfrm>
        </p:grpSpPr>
        <p:sp>
          <p:nvSpPr>
            <p:cNvPr id="43670" name="Line 686"/>
            <p:cNvSpPr/>
            <p:nvPr/>
          </p:nvSpPr>
          <p:spPr>
            <a:xfrm>
              <a:off x="3866" y="1792"/>
              <a:ext cx="1" cy="217"/>
            </a:xfrm>
            <a:prstGeom prst="line">
              <a:avLst/>
            </a:prstGeom>
            <a:ln w="11113" cap="flat" cmpd="sng">
              <a:solidFill>
                <a:srgbClr val="000000"/>
              </a:solidFill>
              <a:prstDash val="solid"/>
              <a:headEnd type="none" w="med" len="med"/>
              <a:tailEnd type="none" w="med" len="med"/>
            </a:ln>
          </p:spPr>
        </p:sp>
        <p:sp>
          <p:nvSpPr>
            <p:cNvPr id="43671" name="Freeform 687"/>
            <p:cNvSpPr/>
            <p:nvPr/>
          </p:nvSpPr>
          <p:spPr>
            <a:xfrm>
              <a:off x="3829" y="1714"/>
              <a:ext cx="76" cy="81"/>
            </a:xfrm>
            <a:custGeom>
              <a:avLst/>
              <a:gdLst>
                <a:gd name="txL" fmla="*/ 0 w 76"/>
                <a:gd name="txT" fmla="*/ 0 h 81"/>
                <a:gd name="txR" fmla="*/ 76 w 76"/>
                <a:gd name="txB" fmla="*/ 81 h 81"/>
              </a:gdLst>
              <a:ahLst/>
              <a:cxnLst>
                <a:cxn ang="0">
                  <a:pos x="76" y="81"/>
                </a:cxn>
                <a:cxn ang="0">
                  <a:pos x="37" y="0"/>
                </a:cxn>
                <a:cxn ang="0">
                  <a:pos x="0" y="81"/>
                </a:cxn>
                <a:cxn ang="0">
                  <a:pos x="76" y="81"/>
                </a:cxn>
              </a:cxnLst>
              <a:rect l="txL" t="txT" r="txR" b="txB"/>
              <a:pathLst>
                <a:path w="76" h="81">
                  <a:moveTo>
                    <a:pt x="76" y="81"/>
                  </a:moveTo>
                  <a:lnTo>
                    <a:pt x="37" y="0"/>
                  </a:lnTo>
                  <a:lnTo>
                    <a:pt x="0" y="81"/>
                  </a:lnTo>
                  <a:lnTo>
                    <a:pt x="76" y="81"/>
                  </a:lnTo>
                  <a:close/>
                </a:path>
              </a:pathLst>
            </a:custGeom>
            <a:solidFill>
              <a:srgbClr val="000000">
                <a:alpha val="100000"/>
              </a:srgbClr>
            </a:solidFill>
            <a:ln w="9525">
              <a:noFill/>
            </a:ln>
          </p:spPr>
          <p:txBody>
            <a:bodyPr/>
            <a:p>
              <a:endParaRPr lang="zh-CN" altLang="en-US"/>
            </a:p>
          </p:txBody>
        </p:sp>
        <p:sp>
          <p:nvSpPr>
            <p:cNvPr id="43672" name="Freeform 688"/>
            <p:cNvSpPr/>
            <p:nvPr/>
          </p:nvSpPr>
          <p:spPr>
            <a:xfrm>
              <a:off x="3829" y="2006"/>
              <a:ext cx="76" cy="81"/>
            </a:xfrm>
            <a:custGeom>
              <a:avLst/>
              <a:gdLst>
                <a:gd name="txL" fmla="*/ 0 w 76"/>
                <a:gd name="txT" fmla="*/ 0 h 81"/>
                <a:gd name="txR" fmla="*/ 76 w 76"/>
                <a:gd name="txB" fmla="*/ 81 h 81"/>
              </a:gdLst>
              <a:ahLst/>
              <a:cxnLst>
                <a:cxn ang="0">
                  <a:pos x="0" y="0"/>
                </a:cxn>
                <a:cxn ang="0">
                  <a:pos x="37" y="81"/>
                </a:cxn>
                <a:cxn ang="0">
                  <a:pos x="76" y="0"/>
                </a:cxn>
                <a:cxn ang="0">
                  <a:pos x="0" y="0"/>
                </a:cxn>
              </a:cxnLst>
              <a:rect l="txL" t="txT" r="txR" b="txB"/>
              <a:pathLst>
                <a:path w="76" h="81">
                  <a:moveTo>
                    <a:pt x="0" y="0"/>
                  </a:moveTo>
                  <a:lnTo>
                    <a:pt x="37" y="81"/>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74" name="Group 693"/>
          <p:cNvGrpSpPr/>
          <p:nvPr/>
        </p:nvGrpSpPr>
        <p:grpSpPr>
          <a:xfrm>
            <a:off x="4039870" y="4459288"/>
            <a:ext cx="120650" cy="592137"/>
            <a:chOff x="1926" y="2397"/>
            <a:chExt cx="76" cy="373"/>
          </a:xfrm>
        </p:grpSpPr>
        <p:sp>
          <p:nvSpPr>
            <p:cNvPr id="43667" name="Line 690"/>
            <p:cNvSpPr/>
            <p:nvPr/>
          </p:nvSpPr>
          <p:spPr>
            <a:xfrm>
              <a:off x="1964" y="2475"/>
              <a:ext cx="1" cy="217"/>
            </a:xfrm>
            <a:prstGeom prst="line">
              <a:avLst/>
            </a:prstGeom>
            <a:ln w="11113" cap="flat" cmpd="sng">
              <a:solidFill>
                <a:srgbClr val="000000"/>
              </a:solidFill>
              <a:prstDash val="solid"/>
              <a:headEnd type="none" w="med" len="med"/>
              <a:tailEnd type="none" w="med" len="med"/>
            </a:ln>
          </p:spPr>
        </p:sp>
        <p:sp>
          <p:nvSpPr>
            <p:cNvPr id="43668" name="Freeform 691"/>
            <p:cNvSpPr/>
            <p:nvPr/>
          </p:nvSpPr>
          <p:spPr>
            <a:xfrm>
              <a:off x="1926" y="2397"/>
              <a:ext cx="76" cy="82"/>
            </a:xfrm>
            <a:custGeom>
              <a:avLst/>
              <a:gdLst>
                <a:gd name="txL" fmla="*/ 0 w 76"/>
                <a:gd name="txT" fmla="*/ 0 h 82"/>
                <a:gd name="txR" fmla="*/ 76 w 76"/>
                <a:gd name="txB" fmla="*/ 82 h 82"/>
              </a:gdLst>
              <a:ahLst/>
              <a:cxnLst>
                <a:cxn ang="0">
                  <a:pos x="76" y="82"/>
                </a:cxn>
                <a:cxn ang="0">
                  <a:pos x="38" y="0"/>
                </a:cxn>
                <a:cxn ang="0">
                  <a:pos x="0" y="82"/>
                </a:cxn>
                <a:cxn ang="0">
                  <a:pos x="76" y="82"/>
                </a:cxn>
              </a:cxnLst>
              <a:rect l="txL" t="txT" r="txR" b="txB"/>
              <a:pathLst>
                <a:path w="76" h="82">
                  <a:moveTo>
                    <a:pt x="76" y="82"/>
                  </a:moveTo>
                  <a:lnTo>
                    <a:pt x="38" y="0"/>
                  </a:lnTo>
                  <a:lnTo>
                    <a:pt x="0" y="82"/>
                  </a:lnTo>
                  <a:lnTo>
                    <a:pt x="76" y="82"/>
                  </a:lnTo>
                  <a:close/>
                </a:path>
              </a:pathLst>
            </a:custGeom>
            <a:solidFill>
              <a:srgbClr val="000000">
                <a:alpha val="100000"/>
              </a:srgbClr>
            </a:solidFill>
            <a:ln w="9525">
              <a:noFill/>
            </a:ln>
          </p:spPr>
          <p:txBody>
            <a:bodyPr/>
            <a:p>
              <a:endParaRPr lang="zh-CN" altLang="en-US"/>
            </a:p>
          </p:txBody>
        </p:sp>
        <p:sp>
          <p:nvSpPr>
            <p:cNvPr id="43669" name="Freeform 692"/>
            <p:cNvSpPr/>
            <p:nvPr/>
          </p:nvSpPr>
          <p:spPr>
            <a:xfrm>
              <a:off x="1926" y="2690"/>
              <a:ext cx="76" cy="80"/>
            </a:xfrm>
            <a:custGeom>
              <a:avLst/>
              <a:gdLst>
                <a:gd name="txL" fmla="*/ 0 w 76"/>
                <a:gd name="txT" fmla="*/ 0 h 80"/>
                <a:gd name="txR" fmla="*/ 76 w 76"/>
                <a:gd name="txB" fmla="*/ 80 h 80"/>
              </a:gdLst>
              <a:ahLst/>
              <a:cxnLst>
                <a:cxn ang="0">
                  <a:pos x="0" y="0"/>
                </a:cxn>
                <a:cxn ang="0">
                  <a:pos x="38" y="80"/>
                </a:cxn>
                <a:cxn ang="0">
                  <a:pos x="76" y="0"/>
                </a:cxn>
                <a:cxn ang="0">
                  <a:pos x="0" y="0"/>
                </a:cxn>
              </a:cxnLst>
              <a:rect l="txL" t="txT" r="txR" b="txB"/>
              <a:pathLst>
                <a:path w="76" h="80">
                  <a:moveTo>
                    <a:pt x="0" y="0"/>
                  </a:moveTo>
                  <a:lnTo>
                    <a:pt x="38"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75" name="Group 697"/>
          <p:cNvGrpSpPr/>
          <p:nvPr/>
        </p:nvGrpSpPr>
        <p:grpSpPr>
          <a:xfrm>
            <a:off x="5138420" y="3375025"/>
            <a:ext cx="120650" cy="1676400"/>
            <a:chOff x="2618" y="1714"/>
            <a:chExt cx="76" cy="1056"/>
          </a:xfrm>
        </p:grpSpPr>
        <p:sp>
          <p:nvSpPr>
            <p:cNvPr id="43664" name="Line 694"/>
            <p:cNvSpPr/>
            <p:nvPr/>
          </p:nvSpPr>
          <p:spPr>
            <a:xfrm>
              <a:off x="2655" y="1792"/>
              <a:ext cx="1" cy="900"/>
            </a:xfrm>
            <a:prstGeom prst="line">
              <a:avLst/>
            </a:prstGeom>
            <a:ln w="11113" cap="flat" cmpd="sng">
              <a:solidFill>
                <a:srgbClr val="000000"/>
              </a:solidFill>
              <a:prstDash val="solid"/>
              <a:headEnd type="none" w="med" len="med"/>
              <a:tailEnd type="none" w="med" len="med"/>
            </a:ln>
          </p:spPr>
        </p:sp>
        <p:sp>
          <p:nvSpPr>
            <p:cNvPr id="43665" name="Freeform 695"/>
            <p:cNvSpPr/>
            <p:nvPr/>
          </p:nvSpPr>
          <p:spPr>
            <a:xfrm>
              <a:off x="2618" y="1714"/>
              <a:ext cx="76" cy="81"/>
            </a:xfrm>
            <a:custGeom>
              <a:avLst/>
              <a:gdLst>
                <a:gd name="txL" fmla="*/ 0 w 76"/>
                <a:gd name="txT" fmla="*/ 0 h 81"/>
                <a:gd name="txR" fmla="*/ 76 w 76"/>
                <a:gd name="txB" fmla="*/ 81 h 81"/>
              </a:gdLst>
              <a:ahLst/>
              <a:cxnLst>
                <a:cxn ang="0">
                  <a:pos x="76" y="81"/>
                </a:cxn>
                <a:cxn ang="0">
                  <a:pos x="37" y="0"/>
                </a:cxn>
                <a:cxn ang="0">
                  <a:pos x="0" y="81"/>
                </a:cxn>
                <a:cxn ang="0">
                  <a:pos x="76" y="81"/>
                </a:cxn>
              </a:cxnLst>
              <a:rect l="txL" t="txT" r="txR" b="txB"/>
              <a:pathLst>
                <a:path w="76" h="81">
                  <a:moveTo>
                    <a:pt x="76" y="81"/>
                  </a:moveTo>
                  <a:lnTo>
                    <a:pt x="37" y="0"/>
                  </a:lnTo>
                  <a:lnTo>
                    <a:pt x="0" y="81"/>
                  </a:lnTo>
                  <a:lnTo>
                    <a:pt x="76" y="81"/>
                  </a:lnTo>
                  <a:close/>
                </a:path>
              </a:pathLst>
            </a:custGeom>
            <a:solidFill>
              <a:srgbClr val="000000">
                <a:alpha val="100000"/>
              </a:srgbClr>
            </a:solidFill>
            <a:ln w="9525">
              <a:noFill/>
            </a:ln>
          </p:spPr>
          <p:txBody>
            <a:bodyPr/>
            <a:p>
              <a:endParaRPr lang="zh-CN" altLang="en-US"/>
            </a:p>
          </p:txBody>
        </p:sp>
        <p:sp>
          <p:nvSpPr>
            <p:cNvPr id="43666" name="Freeform 696"/>
            <p:cNvSpPr/>
            <p:nvPr/>
          </p:nvSpPr>
          <p:spPr>
            <a:xfrm>
              <a:off x="2618" y="2690"/>
              <a:ext cx="76" cy="80"/>
            </a:xfrm>
            <a:custGeom>
              <a:avLst/>
              <a:gdLst>
                <a:gd name="txL" fmla="*/ 0 w 76"/>
                <a:gd name="txT" fmla="*/ 0 h 80"/>
                <a:gd name="txR" fmla="*/ 76 w 76"/>
                <a:gd name="txB" fmla="*/ 80 h 80"/>
              </a:gdLst>
              <a:ahLst/>
              <a:cxnLst>
                <a:cxn ang="0">
                  <a:pos x="0" y="0"/>
                </a:cxn>
                <a:cxn ang="0">
                  <a:pos x="37" y="80"/>
                </a:cxn>
                <a:cxn ang="0">
                  <a:pos x="76" y="0"/>
                </a:cxn>
                <a:cxn ang="0">
                  <a:pos x="0" y="0"/>
                </a:cxn>
              </a:cxnLst>
              <a:rect l="txL" t="txT" r="txR" b="txB"/>
              <a:pathLst>
                <a:path w="76" h="80">
                  <a:moveTo>
                    <a:pt x="0" y="0"/>
                  </a:moveTo>
                  <a:lnTo>
                    <a:pt x="37"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76" name="Group 701"/>
          <p:cNvGrpSpPr/>
          <p:nvPr/>
        </p:nvGrpSpPr>
        <p:grpSpPr>
          <a:xfrm>
            <a:off x="3366770" y="5283200"/>
            <a:ext cx="366713" cy="130175"/>
            <a:chOff x="1502" y="2916"/>
            <a:chExt cx="231" cy="82"/>
          </a:xfrm>
        </p:grpSpPr>
        <p:sp>
          <p:nvSpPr>
            <p:cNvPr id="43661" name="Line 698"/>
            <p:cNvSpPr/>
            <p:nvPr/>
          </p:nvSpPr>
          <p:spPr>
            <a:xfrm>
              <a:off x="1574" y="2956"/>
              <a:ext cx="87" cy="1"/>
            </a:xfrm>
            <a:prstGeom prst="line">
              <a:avLst/>
            </a:prstGeom>
            <a:ln w="11113" cap="flat" cmpd="sng">
              <a:solidFill>
                <a:srgbClr val="000000"/>
              </a:solidFill>
              <a:prstDash val="solid"/>
              <a:headEnd type="none" w="med" len="med"/>
              <a:tailEnd type="none" w="med" len="med"/>
            </a:ln>
          </p:spPr>
        </p:sp>
        <p:sp>
          <p:nvSpPr>
            <p:cNvPr id="43662" name="Freeform 699"/>
            <p:cNvSpPr/>
            <p:nvPr/>
          </p:nvSpPr>
          <p:spPr>
            <a:xfrm>
              <a:off x="1502" y="2916"/>
              <a:ext cx="76" cy="82"/>
            </a:xfrm>
            <a:custGeom>
              <a:avLst/>
              <a:gdLst>
                <a:gd name="txL" fmla="*/ 0 w 76"/>
                <a:gd name="txT" fmla="*/ 0 h 82"/>
                <a:gd name="txR" fmla="*/ 76 w 76"/>
                <a:gd name="txB" fmla="*/ 82 h 82"/>
              </a:gdLst>
              <a:ahLst/>
              <a:cxnLst>
                <a:cxn ang="0">
                  <a:pos x="76" y="0"/>
                </a:cxn>
                <a:cxn ang="0">
                  <a:pos x="0" y="40"/>
                </a:cxn>
                <a:cxn ang="0">
                  <a:pos x="76" y="82"/>
                </a:cxn>
                <a:cxn ang="0">
                  <a:pos x="76" y="0"/>
                </a:cxn>
              </a:cxnLst>
              <a:rect l="txL" t="txT" r="txR" b="txB"/>
              <a:pathLst>
                <a:path w="76" h="82">
                  <a:moveTo>
                    <a:pt x="76" y="0"/>
                  </a:moveTo>
                  <a:lnTo>
                    <a:pt x="0" y="40"/>
                  </a:lnTo>
                  <a:lnTo>
                    <a:pt x="76" y="82"/>
                  </a:lnTo>
                  <a:lnTo>
                    <a:pt x="76" y="0"/>
                  </a:lnTo>
                  <a:close/>
                </a:path>
              </a:pathLst>
            </a:custGeom>
            <a:solidFill>
              <a:srgbClr val="000000">
                <a:alpha val="100000"/>
              </a:srgbClr>
            </a:solidFill>
            <a:ln w="9525">
              <a:noFill/>
            </a:ln>
          </p:spPr>
          <p:txBody>
            <a:bodyPr/>
            <a:p>
              <a:endParaRPr lang="zh-CN" altLang="en-US"/>
            </a:p>
          </p:txBody>
        </p:sp>
        <p:sp>
          <p:nvSpPr>
            <p:cNvPr id="43663" name="Freeform 700"/>
            <p:cNvSpPr/>
            <p:nvPr/>
          </p:nvSpPr>
          <p:spPr>
            <a:xfrm>
              <a:off x="1658" y="2916"/>
              <a:ext cx="75" cy="82"/>
            </a:xfrm>
            <a:custGeom>
              <a:avLst/>
              <a:gdLst>
                <a:gd name="txL" fmla="*/ 0 w 75"/>
                <a:gd name="txT" fmla="*/ 0 h 82"/>
                <a:gd name="txR" fmla="*/ 75 w 75"/>
                <a:gd name="txB" fmla="*/ 82 h 82"/>
              </a:gdLst>
              <a:ahLst/>
              <a:cxnLst>
                <a:cxn ang="0">
                  <a:pos x="0" y="82"/>
                </a:cxn>
                <a:cxn ang="0">
                  <a:pos x="75" y="40"/>
                </a:cxn>
                <a:cxn ang="0">
                  <a:pos x="0" y="0"/>
                </a:cxn>
                <a:cxn ang="0">
                  <a:pos x="0" y="82"/>
                </a:cxn>
              </a:cxnLst>
              <a:rect l="txL" t="txT" r="txR" b="txB"/>
              <a:pathLst>
                <a:path w="75" h="82">
                  <a:moveTo>
                    <a:pt x="0" y="82"/>
                  </a:moveTo>
                  <a:lnTo>
                    <a:pt x="75" y="40"/>
                  </a:lnTo>
                  <a:lnTo>
                    <a:pt x="0" y="0"/>
                  </a:lnTo>
                  <a:lnTo>
                    <a:pt x="0" y="82"/>
                  </a:lnTo>
                  <a:close/>
                </a:path>
              </a:pathLst>
            </a:custGeom>
            <a:solidFill>
              <a:srgbClr val="000000">
                <a:alpha val="100000"/>
              </a:srgbClr>
            </a:solidFill>
            <a:ln w="9525">
              <a:noFill/>
            </a:ln>
          </p:spPr>
          <p:txBody>
            <a:bodyPr/>
            <a:p>
              <a:endParaRPr lang="zh-CN" altLang="en-US"/>
            </a:p>
          </p:txBody>
        </p:sp>
      </p:grpSp>
      <p:grpSp>
        <p:nvGrpSpPr>
          <p:cNvPr id="43077" name="Group 704"/>
          <p:cNvGrpSpPr/>
          <p:nvPr/>
        </p:nvGrpSpPr>
        <p:grpSpPr>
          <a:xfrm>
            <a:off x="6021070" y="5184775"/>
            <a:ext cx="458788" cy="130175"/>
            <a:chOff x="3174" y="2854"/>
            <a:chExt cx="289" cy="82"/>
          </a:xfrm>
        </p:grpSpPr>
        <p:sp>
          <p:nvSpPr>
            <p:cNvPr id="43659" name="Line 702"/>
            <p:cNvSpPr/>
            <p:nvPr/>
          </p:nvSpPr>
          <p:spPr>
            <a:xfrm flipH="1">
              <a:off x="3246" y="2894"/>
              <a:ext cx="217" cy="1"/>
            </a:xfrm>
            <a:prstGeom prst="line">
              <a:avLst/>
            </a:prstGeom>
            <a:ln w="11113" cap="flat" cmpd="sng">
              <a:solidFill>
                <a:srgbClr val="000000"/>
              </a:solidFill>
              <a:prstDash val="solid"/>
              <a:headEnd type="none" w="med" len="med"/>
              <a:tailEnd type="none" w="med" len="med"/>
            </a:ln>
          </p:spPr>
        </p:sp>
        <p:sp>
          <p:nvSpPr>
            <p:cNvPr id="43660" name="Freeform 703"/>
            <p:cNvSpPr/>
            <p:nvPr/>
          </p:nvSpPr>
          <p:spPr>
            <a:xfrm>
              <a:off x="3174" y="2854"/>
              <a:ext cx="76" cy="82"/>
            </a:xfrm>
            <a:custGeom>
              <a:avLst/>
              <a:gdLst>
                <a:gd name="txL" fmla="*/ 0 w 76"/>
                <a:gd name="txT" fmla="*/ 0 h 82"/>
                <a:gd name="txR" fmla="*/ 76 w 76"/>
                <a:gd name="txB" fmla="*/ 82 h 82"/>
              </a:gdLst>
              <a:ahLst/>
              <a:cxnLst>
                <a:cxn ang="0">
                  <a:pos x="76" y="0"/>
                </a:cxn>
                <a:cxn ang="0">
                  <a:pos x="0" y="40"/>
                </a:cxn>
                <a:cxn ang="0">
                  <a:pos x="76" y="82"/>
                </a:cxn>
                <a:cxn ang="0">
                  <a:pos x="76" y="0"/>
                </a:cxn>
              </a:cxnLst>
              <a:rect l="txL" t="txT" r="txR" b="txB"/>
              <a:pathLst>
                <a:path w="76" h="82">
                  <a:moveTo>
                    <a:pt x="76" y="0"/>
                  </a:moveTo>
                  <a:lnTo>
                    <a:pt x="0" y="40"/>
                  </a:lnTo>
                  <a:lnTo>
                    <a:pt x="76" y="82"/>
                  </a:lnTo>
                  <a:lnTo>
                    <a:pt x="76" y="0"/>
                  </a:lnTo>
                  <a:close/>
                </a:path>
              </a:pathLst>
            </a:custGeom>
            <a:solidFill>
              <a:srgbClr val="000000">
                <a:alpha val="100000"/>
              </a:srgbClr>
            </a:solidFill>
            <a:ln w="9525">
              <a:noFill/>
            </a:ln>
          </p:spPr>
          <p:txBody>
            <a:bodyPr/>
            <a:p>
              <a:endParaRPr lang="zh-CN" altLang="en-US"/>
            </a:p>
          </p:txBody>
        </p:sp>
      </p:grpSp>
      <p:grpSp>
        <p:nvGrpSpPr>
          <p:cNvPr id="43078" name="Group 707"/>
          <p:cNvGrpSpPr/>
          <p:nvPr/>
        </p:nvGrpSpPr>
        <p:grpSpPr>
          <a:xfrm>
            <a:off x="7060883" y="4557713"/>
            <a:ext cx="120650" cy="493712"/>
            <a:chOff x="3829" y="2459"/>
            <a:chExt cx="76" cy="311"/>
          </a:xfrm>
        </p:grpSpPr>
        <p:sp>
          <p:nvSpPr>
            <p:cNvPr id="43657" name="Line 705"/>
            <p:cNvSpPr/>
            <p:nvPr/>
          </p:nvSpPr>
          <p:spPr>
            <a:xfrm>
              <a:off x="3866" y="2459"/>
              <a:ext cx="1" cy="233"/>
            </a:xfrm>
            <a:prstGeom prst="line">
              <a:avLst/>
            </a:prstGeom>
            <a:ln w="11113" cap="flat" cmpd="sng">
              <a:solidFill>
                <a:srgbClr val="000000"/>
              </a:solidFill>
              <a:prstDash val="solid"/>
              <a:headEnd type="none" w="med" len="med"/>
              <a:tailEnd type="none" w="med" len="med"/>
            </a:ln>
          </p:spPr>
        </p:sp>
        <p:sp>
          <p:nvSpPr>
            <p:cNvPr id="43658" name="Freeform 706"/>
            <p:cNvSpPr/>
            <p:nvPr/>
          </p:nvSpPr>
          <p:spPr>
            <a:xfrm>
              <a:off x="3829" y="2690"/>
              <a:ext cx="76" cy="80"/>
            </a:xfrm>
            <a:custGeom>
              <a:avLst/>
              <a:gdLst>
                <a:gd name="txL" fmla="*/ 0 w 76"/>
                <a:gd name="txT" fmla="*/ 0 h 80"/>
                <a:gd name="txR" fmla="*/ 76 w 76"/>
                <a:gd name="txB" fmla="*/ 80 h 80"/>
              </a:gdLst>
              <a:ahLst/>
              <a:cxnLst>
                <a:cxn ang="0">
                  <a:pos x="0" y="0"/>
                </a:cxn>
                <a:cxn ang="0">
                  <a:pos x="37" y="80"/>
                </a:cxn>
                <a:cxn ang="0">
                  <a:pos x="76" y="0"/>
                </a:cxn>
                <a:cxn ang="0">
                  <a:pos x="0" y="0"/>
                </a:cxn>
              </a:cxnLst>
              <a:rect l="txL" t="txT" r="txR" b="txB"/>
              <a:pathLst>
                <a:path w="76" h="80">
                  <a:moveTo>
                    <a:pt x="0" y="0"/>
                  </a:moveTo>
                  <a:lnTo>
                    <a:pt x="37" y="80"/>
                  </a:lnTo>
                  <a:lnTo>
                    <a:pt x="76" y="0"/>
                  </a:lnTo>
                  <a:lnTo>
                    <a:pt x="0" y="0"/>
                  </a:lnTo>
                  <a:close/>
                </a:path>
              </a:pathLst>
            </a:custGeom>
            <a:solidFill>
              <a:srgbClr val="000000">
                <a:alpha val="100000"/>
              </a:srgbClr>
            </a:solidFill>
            <a:ln w="9525">
              <a:noFill/>
            </a:ln>
          </p:spPr>
          <p:txBody>
            <a:bodyPr/>
            <a:p>
              <a:endParaRPr lang="zh-CN" altLang="en-US"/>
            </a:p>
          </p:txBody>
        </p:sp>
      </p:grpSp>
      <p:grpSp>
        <p:nvGrpSpPr>
          <p:cNvPr id="43079" name="Group 710"/>
          <p:cNvGrpSpPr/>
          <p:nvPr/>
        </p:nvGrpSpPr>
        <p:grpSpPr>
          <a:xfrm>
            <a:off x="2576195" y="4459288"/>
            <a:ext cx="120650" cy="493712"/>
            <a:chOff x="1004" y="2397"/>
            <a:chExt cx="76" cy="311"/>
          </a:xfrm>
        </p:grpSpPr>
        <p:sp>
          <p:nvSpPr>
            <p:cNvPr id="43655" name="Line 708"/>
            <p:cNvSpPr/>
            <p:nvPr/>
          </p:nvSpPr>
          <p:spPr>
            <a:xfrm flipV="1">
              <a:off x="1041" y="2475"/>
              <a:ext cx="1" cy="233"/>
            </a:xfrm>
            <a:prstGeom prst="line">
              <a:avLst/>
            </a:prstGeom>
            <a:ln w="11113" cap="flat" cmpd="sng">
              <a:solidFill>
                <a:srgbClr val="000000"/>
              </a:solidFill>
              <a:prstDash val="solid"/>
              <a:headEnd type="none" w="med" len="med"/>
              <a:tailEnd type="none" w="med" len="med"/>
            </a:ln>
          </p:spPr>
        </p:sp>
        <p:sp>
          <p:nvSpPr>
            <p:cNvPr id="43656" name="Freeform 709"/>
            <p:cNvSpPr/>
            <p:nvPr/>
          </p:nvSpPr>
          <p:spPr>
            <a:xfrm>
              <a:off x="1004" y="2397"/>
              <a:ext cx="76" cy="82"/>
            </a:xfrm>
            <a:custGeom>
              <a:avLst/>
              <a:gdLst>
                <a:gd name="txL" fmla="*/ 0 w 76"/>
                <a:gd name="txT" fmla="*/ 0 h 82"/>
                <a:gd name="txR" fmla="*/ 76 w 76"/>
                <a:gd name="txB" fmla="*/ 82 h 82"/>
              </a:gdLst>
              <a:ahLst/>
              <a:cxnLst>
                <a:cxn ang="0">
                  <a:pos x="76" y="82"/>
                </a:cxn>
                <a:cxn ang="0">
                  <a:pos x="37" y="0"/>
                </a:cxn>
                <a:cxn ang="0">
                  <a:pos x="0" y="82"/>
                </a:cxn>
                <a:cxn ang="0">
                  <a:pos x="76" y="82"/>
                </a:cxn>
              </a:cxnLst>
              <a:rect l="txL" t="txT" r="txR" b="txB"/>
              <a:pathLst>
                <a:path w="76" h="82">
                  <a:moveTo>
                    <a:pt x="76" y="82"/>
                  </a:moveTo>
                  <a:lnTo>
                    <a:pt x="37" y="0"/>
                  </a:lnTo>
                  <a:lnTo>
                    <a:pt x="0" y="82"/>
                  </a:lnTo>
                  <a:lnTo>
                    <a:pt x="76" y="82"/>
                  </a:lnTo>
                  <a:close/>
                </a:path>
              </a:pathLst>
            </a:custGeom>
            <a:solidFill>
              <a:srgbClr val="000000">
                <a:alpha val="100000"/>
              </a:srgbClr>
            </a:solidFill>
            <a:ln w="9525">
              <a:noFill/>
            </a:ln>
          </p:spPr>
          <p:txBody>
            <a:bodyPr/>
            <a:p>
              <a:endParaRPr lang="zh-CN" altLang="en-US"/>
            </a:p>
          </p:txBody>
        </p:sp>
      </p:grpSp>
      <p:sp>
        <p:nvSpPr>
          <p:cNvPr id="43080" name="Rectangle 711"/>
          <p:cNvSpPr/>
          <p:nvPr/>
        </p:nvSpPr>
        <p:spPr>
          <a:xfrm>
            <a:off x="8950008" y="3452813"/>
            <a:ext cx="554037" cy="1897062"/>
          </a:xfrm>
          <a:prstGeom prst="rect">
            <a:avLst/>
          </a:prstGeom>
          <a:noFill/>
          <a:ln w="9525">
            <a:noFill/>
          </a:ln>
        </p:spPr>
        <p:txBody>
          <a:bodyPr/>
          <a:p>
            <a:pPr eaLnBrk="1" hangingPunct="1"/>
            <a:endParaRPr lang="zh-CN" altLang="en-US" dirty="0">
              <a:latin typeface="Verdana" panose="020B0604030504040204" pitchFamily="34" charset="0"/>
            </a:endParaRPr>
          </a:p>
        </p:txBody>
      </p:sp>
      <p:sp>
        <p:nvSpPr>
          <p:cNvPr id="43081" name="Rectangle 712"/>
          <p:cNvSpPr/>
          <p:nvPr/>
        </p:nvSpPr>
        <p:spPr>
          <a:xfrm rot="5400000">
            <a:off x="8311833" y="4214813"/>
            <a:ext cx="1752600" cy="350837"/>
          </a:xfrm>
          <a:prstGeom prst="rect">
            <a:avLst/>
          </a:prstGeom>
          <a:noFill/>
          <a:ln w="9525">
            <a:noFill/>
          </a:ln>
        </p:spPr>
        <p:txBody>
          <a:bodyPr wrap="none" lIns="0" tIns="0" rIns="0" bIns="0">
            <a:spAutoFit/>
          </a:bodyPr>
          <a:p>
            <a:pPr eaLnBrk="1" hangingPunct="1"/>
            <a:r>
              <a:rPr lang="zh-CN" altLang="en-US" sz="2300" dirty="0">
                <a:solidFill>
                  <a:srgbClr val="000000"/>
                </a:solidFill>
                <a:latin typeface="宋体" panose="02010600030101010101" pitchFamily="2" charset="-122"/>
              </a:rPr>
              <a:t>专家系统核心</a:t>
            </a:r>
            <a:endParaRPr lang="zh-CN" altLang="en-US" dirty="0">
              <a:latin typeface="Verdana" panose="020B0604030504040204" pitchFamily="34" charset="0"/>
            </a:endParaRPr>
          </a:p>
        </p:txBody>
      </p:sp>
      <p:grpSp>
        <p:nvGrpSpPr>
          <p:cNvPr id="43082" name="Group 1283"/>
          <p:cNvGrpSpPr/>
          <p:nvPr/>
        </p:nvGrpSpPr>
        <p:grpSpPr>
          <a:xfrm>
            <a:off x="3544570" y="4749800"/>
            <a:ext cx="5411788" cy="1195388"/>
            <a:chOff x="1614" y="2580"/>
            <a:chExt cx="3409" cy="753"/>
          </a:xfrm>
        </p:grpSpPr>
        <p:grpSp>
          <p:nvGrpSpPr>
            <p:cNvPr id="43085" name="Group 913"/>
            <p:cNvGrpSpPr/>
            <p:nvPr/>
          </p:nvGrpSpPr>
          <p:grpSpPr>
            <a:xfrm>
              <a:off x="1614" y="2584"/>
              <a:ext cx="2187" cy="749"/>
              <a:chOff x="1614" y="2584"/>
              <a:chExt cx="2187" cy="749"/>
            </a:xfrm>
          </p:grpSpPr>
          <p:sp>
            <p:nvSpPr>
              <p:cNvPr id="43455" name="Rectangle 713"/>
              <p:cNvSpPr/>
              <p:nvPr/>
            </p:nvSpPr>
            <p:spPr>
              <a:xfrm>
                <a:off x="1614" y="2584"/>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6" name="Rectangle 714"/>
              <p:cNvSpPr/>
              <p:nvPr/>
            </p:nvSpPr>
            <p:spPr>
              <a:xfrm>
                <a:off x="1614" y="259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7" name="Rectangle 715"/>
              <p:cNvSpPr/>
              <p:nvPr/>
            </p:nvSpPr>
            <p:spPr>
              <a:xfrm>
                <a:off x="1614" y="2615"/>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8" name="Rectangle 716"/>
              <p:cNvSpPr/>
              <p:nvPr/>
            </p:nvSpPr>
            <p:spPr>
              <a:xfrm>
                <a:off x="1614" y="263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9" name="Rectangle 717"/>
              <p:cNvSpPr/>
              <p:nvPr/>
            </p:nvSpPr>
            <p:spPr>
              <a:xfrm>
                <a:off x="1614" y="264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0" name="Rectangle 718"/>
              <p:cNvSpPr/>
              <p:nvPr/>
            </p:nvSpPr>
            <p:spPr>
              <a:xfrm>
                <a:off x="1614" y="266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1" name="Rectangle 719"/>
              <p:cNvSpPr/>
              <p:nvPr/>
            </p:nvSpPr>
            <p:spPr>
              <a:xfrm>
                <a:off x="1614" y="267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2" name="Rectangle 720"/>
              <p:cNvSpPr/>
              <p:nvPr/>
            </p:nvSpPr>
            <p:spPr>
              <a:xfrm>
                <a:off x="1614" y="269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3" name="Rectangle 721"/>
              <p:cNvSpPr/>
              <p:nvPr/>
            </p:nvSpPr>
            <p:spPr>
              <a:xfrm>
                <a:off x="1614" y="270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4" name="Rectangle 722"/>
              <p:cNvSpPr/>
              <p:nvPr/>
            </p:nvSpPr>
            <p:spPr>
              <a:xfrm>
                <a:off x="1614" y="272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5" name="Rectangle 723"/>
              <p:cNvSpPr/>
              <p:nvPr/>
            </p:nvSpPr>
            <p:spPr>
              <a:xfrm>
                <a:off x="1614" y="273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6" name="Rectangle 724"/>
              <p:cNvSpPr/>
              <p:nvPr/>
            </p:nvSpPr>
            <p:spPr>
              <a:xfrm>
                <a:off x="1614" y="275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7" name="Rectangle 725"/>
              <p:cNvSpPr/>
              <p:nvPr/>
            </p:nvSpPr>
            <p:spPr>
              <a:xfrm>
                <a:off x="1614" y="277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8" name="Rectangle 726"/>
              <p:cNvSpPr/>
              <p:nvPr/>
            </p:nvSpPr>
            <p:spPr>
              <a:xfrm>
                <a:off x="1614" y="2786"/>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69" name="Rectangle 727"/>
              <p:cNvSpPr/>
              <p:nvPr/>
            </p:nvSpPr>
            <p:spPr>
              <a:xfrm>
                <a:off x="1614" y="280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0" name="Rectangle 728"/>
              <p:cNvSpPr/>
              <p:nvPr/>
            </p:nvSpPr>
            <p:spPr>
              <a:xfrm>
                <a:off x="1614" y="2817"/>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1" name="Rectangle 729"/>
              <p:cNvSpPr/>
              <p:nvPr/>
            </p:nvSpPr>
            <p:spPr>
              <a:xfrm>
                <a:off x="1614" y="283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2" name="Rectangle 730"/>
              <p:cNvSpPr/>
              <p:nvPr/>
            </p:nvSpPr>
            <p:spPr>
              <a:xfrm>
                <a:off x="1614" y="2848"/>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3" name="Rectangle 731"/>
              <p:cNvSpPr/>
              <p:nvPr/>
            </p:nvSpPr>
            <p:spPr>
              <a:xfrm>
                <a:off x="1614" y="286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4" name="Rectangle 732"/>
              <p:cNvSpPr/>
              <p:nvPr/>
            </p:nvSpPr>
            <p:spPr>
              <a:xfrm>
                <a:off x="1614" y="2879"/>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5" name="Rectangle 733"/>
              <p:cNvSpPr/>
              <p:nvPr/>
            </p:nvSpPr>
            <p:spPr>
              <a:xfrm>
                <a:off x="1614" y="289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6" name="Rectangle 734"/>
              <p:cNvSpPr/>
              <p:nvPr/>
            </p:nvSpPr>
            <p:spPr>
              <a:xfrm>
                <a:off x="1614" y="291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7" name="Rectangle 735"/>
              <p:cNvSpPr/>
              <p:nvPr/>
            </p:nvSpPr>
            <p:spPr>
              <a:xfrm>
                <a:off x="1614" y="29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8" name="Rectangle 736"/>
              <p:cNvSpPr/>
              <p:nvPr/>
            </p:nvSpPr>
            <p:spPr>
              <a:xfrm>
                <a:off x="1614" y="294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79" name="Rectangle 737"/>
              <p:cNvSpPr/>
              <p:nvPr/>
            </p:nvSpPr>
            <p:spPr>
              <a:xfrm>
                <a:off x="1614" y="295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0" name="Rectangle 738"/>
              <p:cNvSpPr/>
              <p:nvPr/>
            </p:nvSpPr>
            <p:spPr>
              <a:xfrm>
                <a:off x="1614" y="297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1" name="Rectangle 739"/>
              <p:cNvSpPr/>
              <p:nvPr/>
            </p:nvSpPr>
            <p:spPr>
              <a:xfrm>
                <a:off x="1614" y="298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2" name="Rectangle 740"/>
              <p:cNvSpPr/>
              <p:nvPr/>
            </p:nvSpPr>
            <p:spPr>
              <a:xfrm>
                <a:off x="1614" y="300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3" name="Rectangle 741"/>
              <p:cNvSpPr/>
              <p:nvPr/>
            </p:nvSpPr>
            <p:spPr>
              <a:xfrm>
                <a:off x="1614" y="301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4" name="Rectangle 742"/>
              <p:cNvSpPr/>
              <p:nvPr/>
            </p:nvSpPr>
            <p:spPr>
              <a:xfrm>
                <a:off x="1614" y="303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5" name="Rectangle 743"/>
              <p:cNvSpPr/>
              <p:nvPr/>
            </p:nvSpPr>
            <p:spPr>
              <a:xfrm>
                <a:off x="1614" y="3050"/>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6" name="Rectangle 744"/>
              <p:cNvSpPr/>
              <p:nvPr/>
            </p:nvSpPr>
            <p:spPr>
              <a:xfrm>
                <a:off x="1614" y="306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7" name="Rectangle 745"/>
              <p:cNvSpPr/>
              <p:nvPr/>
            </p:nvSpPr>
            <p:spPr>
              <a:xfrm>
                <a:off x="1614" y="3081"/>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8" name="Rectangle 746"/>
              <p:cNvSpPr/>
              <p:nvPr/>
            </p:nvSpPr>
            <p:spPr>
              <a:xfrm>
                <a:off x="1614" y="309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89" name="Rectangle 747"/>
              <p:cNvSpPr/>
              <p:nvPr/>
            </p:nvSpPr>
            <p:spPr>
              <a:xfrm>
                <a:off x="1614" y="3112"/>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0" name="Rectangle 748"/>
              <p:cNvSpPr/>
              <p:nvPr/>
            </p:nvSpPr>
            <p:spPr>
              <a:xfrm>
                <a:off x="1614" y="312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1" name="Rectangle 749"/>
              <p:cNvSpPr/>
              <p:nvPr/>
            </p:nvSpPr>
            <p:spPr>
              <a:xfrm>
                <a:off x="1614" y="3143"/>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2" name="Rectangle 750"/>
              <p:cNvSpPr/>
              <p:nvPr/>
            </p:nvSpPr>
            <p:spPr>
              <a:xfrm>
                <a:off x="1614" y="315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3" name="Rectangle 751"/>
              <p:cNvSpPr/>
              <p:nvPr/>
            </p:nvSpPr>
            <p:spPr>
              <a:xfrm>
                <a:off x="1614" y="317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4" name="Rectangle 752"/>
              <p:cNvSpPr/>
              <p:nvPr/>
            </p:nvSpPr>
            <p:spPr>
              <a:xfrm>
                <a:off x="1614" y="318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5" name="Rectangle 753"/>
              <p:cNvSpPr/>
              <p:nvPr/>
            </p:nvSpPr>
            <p:spPr>
              <a:xfrm>
                <a:off x="1614" y="320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6" name="Rectangle 754"/>
              <p:cNvSpPr/>
              <p:nvPr/>
            </p:nvSpPr>
            <p:spPr>
              <a:xfrm>
                <a:off x="1614" y="322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7" name="Rectangle 755"/>
              <p:cNvSpPr/>
              <p:nvPr/>
            </p:nvSpPr>
            <p:spPr>
              <a:xfrm>
                <a:off x="1614" y="323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8" name="Rectangle 756"/>
              <p:cNvSpPr/>
              <p:nvPr/>
            </p:nvSpPr>
            <p:spPr>
              <a:xfrm>
                <a:off x="1614" y="325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99" name="Rectangle 757"/>
              <p:cNvSpPr/>
              <p:nvPr/>
            </p:nvSpPr>
            <p:spPr>
              <a:xfrm>
                <a:off x="1614" y="326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0" name="Rectangle 758"/>
              <p:cNvSpPr/>
              <p:nvPr/>
            </p:nvSpPr>
            <p:spPr>
              <a:xfrm>
                <a:off x="1614" y="328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1" name="Rectangle 759"/>
              <p:cNvSpPr/>
              <p:nvPr/>
            </p:nvSpPr>
            <p:spPr>
              <a:xfrm>
                <a:off x="1614" y="329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2" name="Rectangle 760"/>
              <p:cNvSpPr/>
              <p:nvPr/>
            </p:nvSpPr>
            <p:spPr>
              <a:xfrm>
                <a:off x="1614" y="3314"/>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3" name="Rectangle 761"/>
              <p:cNvSpPr/>
              <p:nvPr/>
            </p:nvSpPr>
            <p:spPr>
              <a:xfrm>
                <a:off x="161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4" name="Rectangle 762"/>
              <p:cNvSpPr/>
              <p:nvPr/>
            </p:nvSpPr>
            <p:spPr>
              <a:xfrm>
                <a:off x="163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5" name="Rectangle 763"/>
              <p:cNvSpPr/>
              <p:nvPr/>
            </p:nvSpPr>
            <p:spPr>
              <a:xfrm>
                <a:off x="164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6" name="Rectangle 764"/>
              <p:cNvSpPr/>
              <p:nvPr/>
            </p:nvSpPr>
            <p:spPr>
              <a:xfrm>
                <a:off x="166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7" name="Rectangle 765"/>
              <p:cNvSpPr/>
              <p:nvPr/>
            </p:nvSpPr>
            <p:spPr>
              <a:xfrm>
                <a:off x="167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8" name="Rectangle 766"/>
              <p:cNvSpPr/>
              <p:nvPr/>
            </p:nvSpPr>
            <p:spPr>
              <a:xfrm>
                <a:off x="169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09" name="Rectangle 767"/>
              <p:cNvSpPr/>
              <p:nvPr/>
            </p:nvSpPr>
            <p:spPr>
              <a:xfrm>
                <a:off x="170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0" name="Rectangle 768"/>
              <p:cNvSpPr/>
              <p:nvPr/>
            </p:nvSpPr>
            <p:spPr>
              <a:xfrm>
                <a:off x="171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1" name="Rectangle 769"/>
              <p:cNvSpPr/>
              <p:nvPr/>
            </p:nvSpPr>
            <p:spPr>
              <a:xfrm>
                <a:off x="173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2" name="Rectangle 770"/>
              <p:cNvSpPr/>
              <p:nvPr/>
            </p:nvSpPr>
            <p:spPr>
              <a:xfrm>
                <a:off x="174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3" name="Rectangle 771"/>
              <p:cNvSpPr/>
              <p:nvPr/>
            </p:nvSpPr>
            <p:spPr>
              <a:xfrm>
                <a:off x="176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4" name="Rectangle 772"/>
              <p:cNvSpPr/>
              <p:nvPr/>
            </p:nvSpPr>
            <p:spPr>
              <a:xfrm>
                <a:off x="177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5" name="Rectangle 773"/>
              <p:cNvSpPr/>
              <p:nvPr/>
            </p:nvSpPr>
            <p:spPr>
              <a:xfrm>
                <a:off x="179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6" name="Rectangle 774"/>
              <p:cNvSpPr/>
              <p:nvPr/>
            </p:nvSpPr>
            <p:spPr>
              <a:xfrm>
                <a:off x="180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7" name="Rectangle 775"/>
              <p:cNvSpPr/>
              <p:nvPr/>
            </p:nvSpPr>
            <p:spPr>
              <a:xfrm>
                <a:off x="1819"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8" name="Rectangle 776"/>
              <p:cNvSpPr/>
              <p:nvPr/>
            </p:nvSpPr>
            <p:spPr>
              <a:xfrm>
                <a:off x="183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19" name="Rectangle 777"/>
              <p:cNvSpPr/>
              <p:nvPr/>
            </p:nvSpPr>
            <p:spPr>
              <a:xfrm>
                <a:off x="184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0" name="Rectangle 778"/>
              <p:cNvSpPr/>
              <p:nvPr/>
            </p:nvSpPr>
            <p:spPr>
              <a:xfrm>
                <a:off x="186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1" name="Rectangle 779"/>
              <p:cNvSpPr/>
              <p:nvPr/>
            </p:nvSpPr>
            <p:spPr>
              <a:xfrm>
                <a:off x="187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2" name="Rectangle 780"/>
              <p:cNvSpPr/>
              <p:nvPr/>
            </p:nvSpPr>
            <p:spPr>
              <a:xfrm>
                <a:off x="189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3" name="Rectangle 781"/>
              <p:cNvSpPr/>
              <p:nvPr/>
            </p:nvSpPr>
            <p:spPr>
              <a:xfrm>
                <a:off x="190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4" name="Rectangle 782"/>
              <p:cNvSpPr/>
              <p:nvPr/>
            </p:nvSpPr>
            <p:spPr>
              <a:xfrm>
                <a:off x="192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5" name="Rectangle 783"/>
              <p:cNvSpPr/>
              <p:nvPr/>
            </p:nvSpPr>
            <p:spPr>
              <a:xfrm>
                <a:off x="193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6" name="Rectangle 784"/>
              <p:cNvSpPr/>
              <p:nvPr/>
            </p:nvSpPr>
            <p:spPr>
              <a:xfrm>
                <a:off x="194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7" name="Rectangle 785"/>
              <p:cNvSpPr/>
              <p:nvPr/>
            </p:nvSpPr>
            <p:spPr>
              <a:xfrm>
                <a:off x="196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8" name="Rectangle 786"/>
              <p:cNvSpPr/>
              <p:nvPr/>
            </p:nvSpPr>
            <p:spPr>
              <a:xfrm>
                <a:off x="197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29" name="Rectangle 787"/>
              <p:cNvSpPr/>
              <p:nvPr/>
            </p:nvSpPr>
            <p:spPr>
              <a:xfrm>
                <a:off x="199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0" name="Rectangle 788"/>
              <p:cNvSpPr/>
              <p:nvPr/>
            </p:nvSpPr>
            <p:spPr>
              <a:xfrm>
                <a:off x="200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1" name="Rectangle 789"/>
              <p:cNvSpPr/>
              <p:nvPr/>
            </p:nvSpPr>
            <p:spPr>
              <a:xfrm>
                <a:off x="202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2" name="Rectangle 790"/>
              <p:cNvSpPr/>
              <p:nvPr/>
            </p:nvSpPr>
            <p:spPr>
              <a:xfrm>
                <a:off x="203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3" name="Rectangle 791"/>
              <p:cNvSpPr/>
              <p:nvPr/>
            </p:nvSpPr>
            <p:spPr>
              <a:xfrm>
                <a:off x="205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4" name="Rectangle 792"/>
              <p:cNvSpPr/>
              <p:nvPr/>
            </p:nvSpPr>
            <p:spPr>
              <a:xfrm>
                <a:off x="2064"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5" name="Rectangle 793"/>
              <p:cNvSpPr/>
              <p:nvPr/>
            </p:nvSpPr>
            <p:spPr>
              <a:xfrm>
                <a:off x="207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6" name="Rectangle 794"/>
              <p:cNvSpPr/>
              <p:nvPr/>
            </p:nvSpPr>
            <p:spPr>
              <a:xfrm>
                <a:off x="209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7" name="Rectangle 795"/>
              <p:cNvSpPr/>
              <p:nvPr/>
            </p:nvSpPr>
            <p:spPr>
              <a:xfrm>
                <a:off x="210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8" name="Rectangle 796"/>
              <p:cNvSpPr/>
              <p:nvPr/>
            </p:nvSpPr>
            <p:spPr>
              <a:xfrm>
                <a:off x="212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39" name="Rectangle 797"/>
              <p:cNvSpPr/>
              <p:nvPr/>
            </p:nvSpPr>
            <p:spPr>
              <a:xfrm>
                <a:off x="213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0" name="Rectangle 798"/>
              <p:cNvSpPr/>
              <p:nvPr/>
            </p:nvSpPr>
            <p:spPr>
              <a:xfrm>
                <a:off x="215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1" name="Rectangle 799"/>
              <p:cNvSpPr/>
              <p:nvPr/>
            </p:nvSpPr>
            <p:spPr>
              <a:xfrm>
                <a:off x="216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2" name="Rectangle 800"/>
              <p:cNvSpPr/>
              <p:nvPr/>
            </p:nvSpPr>
            <p:spPr>
              <a:xfrm>
                <a:off x="218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3" name="Rectangle 801"/>
              <p:cNvSpPr/>
              <p:nvPr/>
            </p:nvSpPr>
            <p:spPr>
              <a:xfrm>
                <a:off x="219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4" name="Rectangle 802"/>
              <p:cNvSpPr/>
              <p:nvPr/>
            </p:nvSpPr>
            <p:spPr>
              <a:xfrm>
                <a:off x="220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5" name="Rectangle 803"/>
              <p:cNvSpPr/>
              <p:nvPr/>
            </p:nvSpPr>
            <p:spPr>
              <a:xfrm>
                <a:off x="222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6" name="Rectangle 804"/>
              <p:cNvSpPr/>
              <p:nvPr/>
            </p:nvSpPr>
            <p:spPr>
              <a:xfrm>
                <a:off x="223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7" name="Rectangle 805"/>
              <p:cNvSpPr/>
              <p:nvPr/>
            </p:nvSpPr>
            <p:spPr>
              <a:xfrm>
                <a:off x="225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8" name="Rectangle 806"/>
              <p:cNvSpPr/>
              <p:nvPr/>
            </p:nvSpPr>
            <p:spPr>
              <a:xfrm>
                <a:off x="226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49" name="Rectangle 807"/>
              <p:cNvSpPr/>
              <p:nvPr/>
            </p:nvSpPr>
            <p:spPr>
              <a:xfrm>
                <a:off x="228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0" name="Rectangle 808"/>
              <p:cNvSpPr/>
              <p:nvPr/>
            </p:nvSpPr>
            <p:spPr>
              <a:xfrm>
                <a:off x="229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1" name="Rectangle 809"/>
              <p:cNvSpPr/>
              <p:nvPr/>
            </p:nvSpPr>
            <p:spPr>
              <a:xfrm>
                <a:off x="231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2" name="Rectangle 810"/>
              <p:cNvSpPr/>
              <p:nvPr/>
            </p:nvSpPr>
            <p:spPr>
              <a:xfrm>
                <a:off x="232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3" name="Rectangle 811"/>
              <p:cNvSpPr/>
              <p:nvPr/>
            </p:nvSpPr>
            <p:spPr>
              <a:xfrm>
                <a:off x="233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4" name="Rectangle 812"/>
              <p:cNvSpPr/>
              <p:nvPr/>
            </p:nvSpPr>
            <p:spPr>
              <a:xfrm>
                <a:off x="235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5" name="Rectangle 813"/>
              <p:cNvSpPr/>
              <p:nvPr/>
            </p:nvSpPr>
            <p:spPr>
              <a:xfrm>
                <a:off x="236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6" name="Rectangle 814"/>
              <p:cNvSpPr/>
              <p:nvPr/>
            </p:nvSpPr>
            <p:spPr>
              <a:xfrm>
                <a:off x="238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7" name="Rectangle 815"/>
              <p:cNvSpPr/>
              <p:nvPr/>
            </p:nvSpPr>
            <p:spPr>
              <a:xfrm>
                <a:off x="239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8" name="Rectangle 816"/>
              <p:cNvSpPr/>
              <p:nvPr/>
            </p:nvSpPr>
            <p:spPr>
              <a:xfrm>
                <a:off x="241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59" name="Rectangle 817"/>
              <p:cNvSpPr/>
              <p:nvPr/>
            </p:nvSpPr>
            <p:spPr>
              <a:xfrm>
                <a:off x="242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0" name="Rectangle 818"/>
              <p:cNvSpPr/>
              <p:nvPr/>
            </p:nvSpPr>
            <p:spPr>
              <a:xfrm>
                <a:off x="243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1" name="Rectangle 819"/>
              <p:cNvSpPr/>
              <p:nvPr/>
            </p:nvSpPr>
            <p:spPr>
              <a:xfrm>
                <a:off x="245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2" name="Rectangle 820"/>
              <p:cNvSpPr/>
              <p:nvPr/>
            </p:nvSpPr>
            <p:spPr>
              <a:xfrm>
                <a:off x="246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3" name="Rectangle 821"/>
              <p:cNvSpPr/>
              <p:nvPr/>
            </p:nvSpPr>
            <p:spPr>
              <a:xfrm>
                <a:off x="248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4" name="Rectangle 822"/>
              <p:cNvSpPr/>
              <p:nvPr/>
            </p:nvSpPr>
            <p:spPr>
              <a:xfrm>
                <a:off x="249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5" name="Rectangle 823"/>
              <p:cNvSpPr/>
              <p:nvPr/>
            </p:nvSpPr>
            <p:spPr>
              <a:xfrm>
                <a:off x="2511"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6" name="Rectangle 824"/>
              <p:cNvSpPr/>
              <p:nvPr/>
            </p:nvSpPr>
            <p:spPr>
              <a:xfrm>
                <a:off x="252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7" name="Rectangle 825"/>
              <p:cNvSpPr/>
              <p:nvPr/>
            </p:nvSpPr>
            <p:spPr>
              <a:xfrm>
                <a:off x="254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8" name="Rectangle 826"/>
              <p:cNvSpPr/>
              <p:nvPr/>
            </p:nvSpPr>
            <p:spPr>
              <a:xfrm>
                <a:off x="255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69" name="Rectangle 827"/>
              <p:cNvSpPr/>
              <p:nvPr/>
            </p:nvSpPr>
            <p:spPr>
              <a:xfrm>
                <a:off x="256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0" name="Rectangle 828"/>
              <p:cNvSpPr/>
              <p:nvPr/>
            </p:nvSpPr>
            <p:spPr>
              <a:xfrm>
                <a:off x="258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1" name="Rectangle 829"/>
              <p:cNvSpPr/>
              <p:nvPr/>
            </p:nvSpPr>
            <p:spPr>
              <a:xfrm>
                <a:off x="259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2" name="Rectangle 830"/>
              <p:cNvSpPr/>
              <p:nvPr/>
            </p:nvSpPr>
            <p:spPr>
              <a:xfrm>
                <a:off x="261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3" name="Rectangle 831"/>
              <p:cNvSpPr/>
              <p:nvPr/>
            </p:nvSpPr>
            <p:spPr>
              <a:xfrm>
                <a:off x="262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4" name="Rectangle 832"/>
              <p:cNvSpPr/>
              <p:nvPr/>
            </p:nvSpPr>
            <p:spPr>
              <a:xfrm>
                <a:off x="264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5" name="Rectangle 833"/>
              <p:cNvSpPr/>
              <p:nvPr/>
            </p:nvSpPr>
            <p:spPr>
              <a:xfrm>
                <a:off x="265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6" name="Rectangle 834"/>
              <p:cNvSpPr/>
              <p:nvPr/>
            </p:nvSpPr>
            <p:spPr>
              <a:xfrm>
                <a:off x="267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7" name="Rectangle 835"/>
              <p:cNvSpPr/>
              <p:nvPr/>
            </p:nvSpPr>
            <p:spPr>
              <a:xfrm>
                <a:off x="268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8" name="Rectangle 836"/>
              <p:cNvSpPr/>
              <p:nvPr/>
            </p:nvSpPr>
            <p:spPr>
              <a:xfrm>
                <a:off x="269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79" name="Rectangle 837"/>
              <p:cNvSpPr/>
              <p:nvPr/>
            </p:nvSpPr>
            <p:spPr>
              <a:xfrm>
                <a:off x="271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0" name="Rectangle 838"/>
              <p:cNvSpPr/>
              <p:nvPr/>
            </p:nvSpPr>
            <p:spPr>
              <a:xfrm>
                <a:off x="272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1" name="Rectangle 839"/>
              <p:cNvSpPr/>
              <p:nvPr/>
            </p:nvSpPr>
            <p:spPr>
              <a:xfrm>
                <a:off x="274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2" name="Rectangle 840"/>
              <p:cNvSpPr/>
              <p:nvPr/>
            </p:nvSpPr>
            <p:spPr>
              <a:xfrm>
                <a:off x="275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3" name="Rectangle 841"/>
              <p:cNvSpPr/>
              <p:nvPr/>
            </p:nvSpPr>
            <p:spPr>
              <a:xfrm>
                <a:off x="277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4" name="Rectangle 842"/>
              <p:cNvSpPr/>
              <p:nvPr/>
            </p:nvSpPr>
            <p:spPr>
              <a:xfrm>
                <a:off x="278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5" name="Rectangle 843"/>
              <p:cNvSpPr/>
              <p:nvPr/>
            </p:nvSpPr>
            <p:spPr>
              <a:xfrm>
                <a:off x="280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6" name="Rectangle 844"/>
              <p:cNvSpPr/>
              <p:nvPr/>
            </p:nvSpPr>
            <p:spPr>
              <a:xfrm>
                <a:off x="281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7" name="Rectangle 845"/>
              <p:cNvSpPr/>
              <p:nvPr/>
            </p:nvSpPr>
            <p:spPr>
              <a:xfrm>
                <a:off x="282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8" name="Rectangle 846"/>
              <p:cNvSpPr/>
              <p:nvPr/>
            </p:nvSpPr>
            <p:spPr>
              <a:xfrm>
                <a:off x="284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89" name="Rectangle 847"/>
              <p:cNvSpPr/>
              <p:nvPr/>
            </p:nvSpPr>
            <p:spPr>
              <a:xfrm>
                <a:off x="285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0" name="Rectangle 848"/>
              <p:cNvSpPr/>
              <p:nvPr/>
            </p:nvSpPr>
            <p:spPr>
              <a:xfrm>
                <a:off x="287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1" name="Rectangle 849"/>
              <p:cNvSpPr/>
              <p:nvPr/>
            </p:nvSpPr>
            <p:spPr>
              <a:xfrm>
                <a:off x="288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2" name="Rectangle 850"/>
              <p:cNvSpPr/>
              <p:nvPr/>
            </p:nvSpPr>
            <p:spPr>
              <a:xfrm>
                <a:off x="290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3" name="Rectangle 851"/>
              <p:cNvSpPr/>
              <p:nvPr/>
            </p:nvSpPr>
            <p:spPr>
              <a:xfrm>
                <a:off x="291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4" name="Rectangle 852"/>
              <p:cNvSpPr/>
              <p:nvPr/>
            </p:nvSpPr>
            <p:spPr>
              <a:xfrm>
                <a:off x="292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5" name="Rectangle 853"/>
              <p:cNvSpPr/>
              <p:nvPr/>
            </p:nvSpPr>
            <p:spPr>
              <a:xfrm>
                <a:off x="294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6" name="Rectangle 854"/>
              <p:cNvSpPr/>
              <p:nvPr/>
            </p:nvSpPr>
            <p:spPr>
              <a:xfrm>
                <a:off x="295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7" name="Rectangle 855"/>
              <p:cNvSpPr/>
              <p:nvPr/>
            </p:nvSpPr>
            <p:spPr>
              <a:xfrm>
                <a:off x="297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8" name="Rectangle 856"/>
              <p:cNvSpPr/>
              <p:nvPr/>
            </p:nvSpPr>
            <p:spPr>
              <a:xfrm>
                <a:off x="298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599" name="Rectangle 857"/>
              <p:cNvSpPr/>
              <p:nvPr/>
            </p:nvSpPr>
            <p:spPr>
              <a:xfrm>
                <a:off x="3001"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0" name="Rectangle 858"/>
              <p:cNvSpPr/>
              <p:nvPr/>
            </p:nvSpPr>
            <p:spPr>
              <a:xfrm>
                <a:off x="301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1" name="Rectangle 859"/>
              <p:cNvSpPr/>
              <p:nvPr/>
            </p:nvSpPr>
            <p:spPr>
              <a:xfrm>
                <a:off x="303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2" name="Rectangle 860"/>
              <p:cNvSpPr/>
              <p:nvPr/>
            </p:nvSpPr>
            <p:spPr>
              <a:xfrm>
                <a:off x="304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3" name="Rectangle 861"/>
              <p:cNvSpPr/>
              <p:nvPr/>
            </p:nvSpPr>
            <p:spPr>
              <a:xfrm>
                <a:off x="305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4" name="Rectangle 862"/>
              <p:cNvSpPr/>
              <p:nvPr/>
            </p:nvSpPr>
            <p:spPr>
              <a:xfrm>
                <a:off x="307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5" name="Rectangle 863"/>
              <p:cNvSpPr/>
              <p:nvPr/>
            </p:nvSpPr>
            <p:spPr>
              <a:xfrm>
                <a:off x="308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6" name="Rectangle 864"/>
              <p:cNvSpPr/>
              <p:nvPr/>
            </p:nvSpPr>
            <p:spPr>
              <a:xfrm>
                <a:off x="310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7" name="Rectangle 865"/>
              <p:cNvSpPr/>
              <p:nvPr/>
            </p:nvSpPr>
            <p:spPr>
              <a:xfrm>
                <a:off x="311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8" name="Rectangle 866"/>
              <p:cNvSpPr/>
              <p:nvPr/>
            </p:nvSpPr>
            <p:spPr>
              <a:xfrm>
                <a:off x="313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09" name="Rectangle 867"/>
              <p:cNvSpPr/>
              <p:nvPr/>
            </p:nvSpPr>
            <p:spPr>
              <a:xfrm>
                <a:off x="314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0" name="Rectangle 868"/>
              <p:cNvSpPr/>
              <p:nvPr/>
            </p:nvSpPr>
            <p:spPr>
              <a:xfrm>
                <a:off x="316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1" name="Rectangle 869"/>
              <p:cNvSpPr/>
              <p:nvPr/>
            </p:nvSpPr>
            <p:spPr>
              <a:xfrm>
                <a:off x="3174"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2" name="Rectangle 870"/>
              <p:cNvSpPr/>
              <p:nvPr/>
            </p:nvSpPr>
            <p:spPr>
              <a:xfrm>
                <a:off x="318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3" name="Rectangle 871"/>
              <p:cNvSpPr/>
              <p:nvPr/>
            </p:nvSpPr>
            <p:spPr>
              <a:xfrm>
                <a:off x="320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4" name="Rectangle 872"/>
              <p:cNvSpPr/>
              <p:nvPr/>
            </p:nvSpPr>
            <p:spPr>
              <a:xfrm>
                <a:off x="321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5" name="Rectangle 873"/>
              <p:cNvSpPr/>
              <p:nvPr/>
            </p:nvSpPr>
            <p:spPr>
              <a:xfrm>
                <a:off x="323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6" name="Rectangle 874"/>
              <p:cNvSpPr/>
              <p:nvPr/>
            </p:nvSpPr>
            <p:spPr>
              <a:xfrm>
                <a:off x="324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7" name="Rectangle 875"/>
              <p:cNvSpPr/>
              <p:nvPr/>
            </p:nvSpPr>
            <p:spPr>
              <a:xfrm>
                <a:off x="326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8" name="Rectangle 876"/>
              <p:cNvSpPr/>
              <p:nvPr/>
            </p:nvSpPr>
            <p:spPr>
              <a:xfrm>
                <a:off x="327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19" name="Rectangle 877"/>
              <p:cNvSpPr/>
              <p:nvPr/>
            </p:nvSpPr>
            <p:spPr>
              <a:xfrm>
                <a:off x="329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0" name="Rectangle 878"/>
              <p:cNvSpPr/>
              <p:nvPr/>
            </p:nvSpPr>
            <p:spPr>
              <a:xfrm>
                <a:off x="330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1" name="Rectangle 879"/>
              <p:cNvSpPr/>
              <p:nvPr/>
            </p:nvSpPr>
            <p:spPr>
              <a:xfrm>
                <a:off x="331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2" name="Rectangle 880"/>
              <p:cNvSpPr/>
              <p:nvPr/>
            </p:nvSpPr>
            <p:spPr>
              <a:xfrm>
                <a:off x="333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3" name="Rectangle 881"/>
              <p:cNvSpPr/>
              <p:nvPr/>
            </p:nvSpPr>
            <p:spPr>
              <a:xfrm>
                <a:off x="334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4" name="Rectangle 882"/>
              <p:cNvSpPr/>
              <p:nvPr/>
            </p:nvSpPr>
            <p:spPr>
              <a:xfrm>
                <a:off x="336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5" name="Rectangle 883"/>
              <p:cNvSpPr/>
              <p:nvPr/>
            </p:nvSpPr>
            <p:spPr>
              <a:xfrm>
                <a:off x="337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6" name="Rectangle 884"/>
              <p:cNvSpPr/>
              <p:nvPr/>
            </p:nvSpPr>
            <p:spPr>
              <a:xfrm>
                <a:off x="339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7" name="Rectangle 885"/>
              <p:cNvSpPr/>
              <p:nvPr/>
            </p:nvSpPr>
            <p:spPr>
              <a:xfrm>
                <a:off x="340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8" name="Rectangle 886"/>
              <p:cNvSpPr/>
              <p:nvPr/>
            </p:nvSpPr>
            <p:spPr>
              <a:xfrm>
                <a:off x="3419"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29" name="Rectangle 887"/>
              <p:cNvSpPr/>
              <p:nvPr/>
            </p:nvSpPr>
            <p:spPr>
              <a:xfrm>
                <a:off x="343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0" name="Rectangle 888"/>
              <p:cNvSpPr/>
              <p:nvPr/>
            </p:nvSpPr>
            <p:spPr>
              <a:xfrm>
                <a:off x="344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1" name="Rectangle 889"/>
              <p:cNvSpPr/>
              <p:nvPr/>
            </p:nvSpPr>
            <p:spPr>
              <a:xfrm>
                <a:off x="346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2" name="Rectangle 890"/>
              <p:cNvSpPr/>
              <p:nvPr/>
            </p:nvSpPr>
            <p:spPr>
              <a:xfrm>
                <a:off x="347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3" name="Rectangle 891"/>
              <p:cNvSpPr/>
              <p:nvPr/>
            </p:nvSpPr>
            <p:spPr>
              <a:xfrm>
                <a:off x="3491"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4" name="Rectangle 892"/>
              <p:cNvSpPr/>
              <p:nvPr/>
            </p:nvSpPr>
            <p:spPr>
              <a:xfrm>
                <a:off x="350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5" name="Rectangle 893"/>
              <p:cNvSpPr/>
              <p:nvPr/>
            </p:nvSpPr>
            <p:spPr>
              <a:xfrm>
                <a:off x="352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6" name="Rectangle 894"/>
              <p:cNvSpPr/>
              <p:nvPr/>
            </p:nvSpPr>
            <p:spPr>
              <a:xfrm>
                <a:off x="353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7" name="Rectangle 895"/>
              <p:cNvSpPr/>
              <p:nvPr/>
            </p:nvSpPr>
            <p:spPr>
              <a:xfrm>
                <a:off x="354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8" name="Rectangle 896"/>
              <p:cNvSpPr/>
              <p:nvPr/>
            </p:nvSpPr>
            <p:spPr>
              <a:xfrm>
                <a:off x="356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39" name="Rectangle 897"/>
              <p:cNvSpPr/>
              <p:nvPr/>
            </p:nvSpPr>
            <p:spPr>
              <a:xfrm>
                <a:off x="357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0" name="Rectangle 898"/>
              <p:cNvSpPr/>
              <p:nvPr/>
            </p:nvSpPr>
            <p:spPr>
              <a:xfrm>
                <a:off x="359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1" name="Rectangle 899"/>
              <p:cNvSpPr/>
              <p:nvPr/>
            </p:nvSpPr>
            <p:spPr>
              <a:xfrm>
                <a:off x="360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2" name="Rectangle 900"/>
              <p:cNvSpPr/>
              <p:nvPr/>
            </p:nvSpPr>
            <p:spPr>
              <a:xfrm>
                <a:off x="362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3" name="Rectangle 901"/>
              <p:cNvSpPr/>
              <p:nvPr/>
            </p:nvSpPr>
            <p:spPr>
              <a:xfrm>
                <a:off x="363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4" name="Rectangle 902"/>
              <p:cNvSpPr/>
              <p:nvPr/>
            </p:nvSpPr>
            <p:spPr>
              <a:xfrm>
                <a:off x="365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5" name="Rectangle 903"/>
              <p:cNvSpPr/>
              <p:nvPr/>
            </p:nvSpPr>
            <p:spPr>
              <a:xfrm>
                <a:off x="3664"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6" name="Rectangle 904"/>
              <p:cNvSpPr/>
              <p:nvPr/>
            </p:nvSpPr>
            <p:spPr>
              <a:xfrm>
                <a:off x="367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7" name="Rectangle 905"/>
              <p:cNvSpPr/>
              <p:nvPr/>
            </p:nvSpPr>
            <p:spPr>
              <a:xfrm>
                <a:off x="369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8" name="Rectangle 906"/>
              <p:cNvSpPr/>
              <p:nvPr/>
            </p:nvSpPr>
            <p:spPr>
              <a:xfrm>
                <a:off x="370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49" name="Rectangle 907"/>
              <p:cNvSpPr/>
              <p:nvPr/>
            </p:nvSpPr>
            <p:spPr>
              <a:xfrm>
                <a:off x="372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50" name="Rectangle 908"/>
              <p:cNvSpPr/>
              <p:nvPr/>
            </p:nvSpPr>
            <p:spPr>
              <a:xfrm>
                <a:off x="373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51" name="Rectangle 909"/>
              <p:cNvSpPr/>
              <p:nvPr/>
            </p:nvSpPr>
            <p:spPr>
              <a:xfrm>
                <a:off x="375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52" name="Rectangle 910"/>
              <p:cNvSpPr/>
              <p:nvPr/>
            </p:nvSpPr>
            <p:spPr>
              <a:xfrm>
                <a:off x="376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53" name="Rectangle 911"/>
              <p:cNvSpPr/>
              <p:nvPr/>
            </p:nvSpPr>
            <p:spPr>
              <a:xfrm>
                <a:off x="378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654" name="Rectangle 912"/>
              <p:cNvSpPr/>
              <p:nvPr/>
            </p:nvSpPr>
            <p:spPr>
              <a:xfrm>
                <a:off x="379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grpSp>
        <p:grpSp>
          <p:nvGrpSpPr>
            <p:cNvPr id="43086" name="Group 1114"/>
            <p:cNvGrpSpPr/>
            <p:nvPr/>
          </p:nvGrpSpPr>
          <p:grpSpPr>
            <a:xfrm>
              <a:off x="3809" y="2580"/>
              <a:ext cx="1214" cy="753"/>
              <a:chOff x="3809" y="2580"/>
              <a:chExt cx="1214" cy="753"/>
            </a:xfrm>
          </p:grpSpPr>
          <p:sp>
            <p:nvSpPr>
              <p:cNvPr id="43255" name="Rectangle 914"/>
              <p:cNvSpPr/>
              <p:nvPr/>
            </p:nvSpPr>
            <p:spPr>
              <a:xfrm>
                <a:off x="380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6" name="Rectangle 915"/>
              <p:cNvSpPr/>
              <p:nvPr/>
            </p:nvSpPr>
            <p:spPr>
              <a:xfrm>
                <a:off x="382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7" name="Rectangle 916"/>
              <p:cNvSpPr/>
              <p:nvPr/>
            </p:nvSpPr>
            <p:spPr>
              <a:xfrm>
                <a:off x="383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8" name="Rectangle 917"/>
              <p:cNvSpPr/>
              <p:nvPr/>
            </p:nvSpPr>
            <p:spPr>
              <a:xfrm>
                <a:off x="385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9" name="Rectangle 918"/>
              <p:cNvSpPr/>
              <p:nvPr/>
            </p:nvSpPr>
            <p:spPr>
              <a:xfrm>
                <a:off x="386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0" name="Rectangle 919"/>
              <p:cNvSpPr/>
              <p:nvPr/>
            </p:nvSpPr>
            <p:spPr>
              <a:xfrm>
                <a:off x="388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1" name="Rectangle 920"/>
              <p:cNvSpPr/>
              <p:nvPr/>
            </p:nvSpPr>
            <p:spPr>
              <a:xfrm>
                <a:off x="389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2" name="Rectangle 921"/>
              <p:cNvSpPr/>
              <p:nvPr/>
            </p:nvSpPr>
            <p:spPr>
              <a:xfrm>
                <a:off x="3909"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3" name="Rectangle 922"/>
              <p:cNvSpPr/>
              <p:nvPr/>
            </p:nvSpPr>
            <p:spPr>
              <a:xfrm>
                <a:off x="392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4" name="Rectangle 923"/>
              <p:cNvSpPr/>
              <p:nvPr/>
            </p:nvSpPr>
            <p:spPr>
              <a:xfrm>
                <a:off x="393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5" name="Rectangle 924"/>
              <p:cNvSpPr/>
              <p:nvPr/>
            </p:nvSpPr>
            <p:spPr>
              <a:xfrm>
                <a:off x="395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6" name="Rectangle 925"/>
              <p:cNvSpPr/>
              <p:nvPr/>
            </p:nvSpPr>
            <p:spPr>
              <a:xfrm>
                <a:off x="396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7" name="Rectangle 926"/>
              <p:cNvSpPr/>
              <p:nvPr/>
            </p:nvSpPr>
            <p:spPr>
              <a:xfrm>
                <a:off x="3981"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8" name="Rectangle 927"/>
              <p:cNvSpPr/>
              <p:nvPr/>
            </p:nvSpPr>
            <p:spPr>
              <a:xfrm>
                <a:off x="399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69" name="Rectangle 928"/>
              <p:cNvSpPr/>
              <p:nvPr/>
            </p:nvSpPr>
            <p:spPr>
              <a:xfrm>
                <a:off x="401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0" name="Rectangle 929"/>
              <p:cNvSpPr/>
              <p:nvPr/>
            </p:nvSpPr>
            <p:spPr>
              <a:xfrm>
                <a:off x="402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1" name="Rectangle 930"/>
              <p:cNvSpPr/>
              <p:nvPr/>
            </p:nvSpPr>
            <p:spPr>
              <a:xfrm>
                <a:off x="403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2" name="Rectangle 931"/>
              <p:cNvSpPr/>
              <p:nvPr/>
            </p:nvSpPr>
            <p:spPr>
              <a:xfrm>
                <a:off x="405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3" name="Rectangle 932"/>
              <p:cNvSpPr/>
              <p:nvPr/>
            </p:nvSpPr>
            <p:spPr>
              <a:xfrm>
                <a:off x="406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4" name="Rectangle 933"/>
              <p:cNvSpPr/>
              <p:nvPr/>
            </p:nvSpPr>
            <p:spPr>
              <a:xfrm>
                <a:off x="408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5" name="Rectangle 934"/>
              <p:cNvSpPr/>
              <p:nvPr/>
            </p:nvSpPr>
            <p:spPr>
              <a:xfrm>
                <a:off x="409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6" name="Rectangle 935"/>
              <p:cNvSpPr/>
              <p:nvPr/>
            </p:nvSpPr>
            <p:spPr>
              <a:xfrm>
                <a:off x="411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7" name="Rectangle 936"/>
              <p:cNvSpPr/>
              <p:nvPr/>
            </p:nvSpPr>
            <p:spPr>
              <a:xfrm>
                <a:off x="412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8" name="Rectangle 937"/>
              <p:cNvSpPr/>
              <p:nvPr/>
            </p:nvSpPr>
            <p:spPr>
              <a:xfrm>
                <a:off x="414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79" name="Rectangle 938"/>
              <p:cNvSpPr/>
              <p:nvPr/>
            </p:nvSpPr>
            <p:spPr>
              <a:xfrm>
                <a:off x="4154"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0" name="Rectangle 939"/>
              <p:cNvSpPr/>
              <p:nvPr/>
            </p:nvSpPr>
            <p:spPr>
              <a:xfrm>
                <a:off x="416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1" name="Rectangle 940"/>
              <p:cNvSpPr/>
              <p:nvPr/>
            </p:nvSpPr>
            <p:spPr>
              <a:xfrm>
                <a:off x="418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2" name="Rectangle 941"/>
              <p:cNvSpPr/>
              <p:nvPr/>
            </p:nvSpPr>
            <p:spPr>
              <a:xfrm>
                <a:off x="419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3" name="Rectangle 942"/>
              <p:cNvSpPr/>
              <p:nvPr/>
            </p:nvSpPr>
            <p:spPr>
              <a:xfrm>
                <a:off x="421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4" name="Rectangle 943"/>
              <p:cNvSpPr/>
              <p:nvPr/>
            </p:nvSpPr>
            <p:spPr>
              <a:xfrm>
                <a:off x="422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5" name="Rectangle 944"/>
              <p:cNvSpPr/>
              <p:nvPr/>
            </p:nvSpPr>
            <p:spPr>
              <a:xfrm>
                <a:off x="424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6" name="Rectangle 945"/>
              <p:cNvSpPr/>
              <p:nvPr/>
            </p:nvSpPr>
            <p:spPr>
              <a:xfrm>
                <a:off x="425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7" name="Rectangle 946"/>
              <p:cNvSpPr/>
              <p:nvPr/>
            </p:nvSpPr>
            <p:spPr>
              <a:xfrm>
                <a:off x="427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8" name="Rectangle 947"/>
              <p:cNvSpPr/>
              <p:nvPr/>
            </p:nvSpPr>
            <p:spPr>
              <a:xfrm>
                <a:off x="428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89" name="Rectangle 948"/>
              <p:cNvSpPr/>
              <p:nvPr/>
            </p:nvSpPr>
            <p:spPr>
              <a:xfrm>
                <a:off x="429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0" name="Rectangle 949"/>
              <p:cNvSpPr/>
              <p:nvPr/>
            </p:nvSpPr>
            <p:spPr>
              <a:xfrm>
                <a:off x="431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1" name="Rectangle 950"/>
              <p:cNvSpPr/>
              <p:nvPr/>
            </p:nvSpPr>
            <p:spPr>
              <a:xfrm>
                <a:off x="432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2" name="Rectangle 951"/>
              <p:cNvSpPr/>
              <p:nvPr/>
            </p:nvSpPr>
            <p:spPr>
              <a:xfrm>
                <a:off x="434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3" name="Rectangle 952"/>
              <p:cNvSpPr/>
              <p:nvPr/>
            </p:nvSpPr>
            <p:spPr>
              <a:xfrm>
                <a:off x="435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4" name="Rectangle 953"/>
              <p:cNvSpPr/>
              <p:nvPr/>
            </p:nvSpPr>
            <p:spPr>
              <a:xfrm>
                <a:off x="437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5" name="Rectangle 954"/>
              <p:cNvSpPr/>
              <p:nvPr/>
            </p:nvSpPr>
            <p:spPr>
              <a:xfrm>
                <a:off x="438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6" name="Rectangle 955"/>
              <p:cNvSpPr/>
              <p:nvPr/>
            </p:nvSpPr>
            <p:spPr>
              <a:xfrm>
                <a:off x="4399"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7" name="Rectangle 956"/>
              <p:cNvSpPr/>
              <p:nvPr/>
            </p:nvSpPr>
            <p:spPr>
              <a:xfrm>
                <a:off x="441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8" name="Rectangle 957"/>
              <p:cNvSpPr/>
              <p:nvPr/>
            </p:nvSpPr>
            <p:spPr>
              <a:xfrm>
                <a:off x="442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99" name="Rectangle 958"/>
              <p:cNvSpPr/>
              <p:nvPr/>
            </p:nvSpPr>
            <p:spPr>
              <a:xfrm>
                <a:off x="444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0" name="Rectangle 959"/>
              <p:cNvSpPr/>
              <p:nvPr/>
            </p:nvSpPr>
            <p:spPr>
              <a:xfrm>
                <a:off x="445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1" name="Rectangle 960"/>
              <p:cNvSpPr/>
              <p:nvPr/>
            </p:nvSpPr>
            <p:spPr>
              <a:xfrm>
                <a:off x="447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2" name="Rectangle 961"/>
              <p:cNvSpPr/>
              <p:nvPr/>
            </p:nvSpPr>
            <p:spPr>
              <a:xfrm>
                <a:off x="448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3" name="Rectangle 962"/>
              <p:cNvSpPr/>
              <p:nvPr/>
            </p:nvSpPr>
            <p:spPr>
              <a:xfrm>
                <a:off x="450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4" name="Rectangle 963"/>
              <p:cNvSpPr/>
              <p:nvPr/>
            </p:nvSpPr>
            <p:spPr>
              <a:xfrm>
                <a:off x="451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5" name="Rectangle 964"/>
              <p:cNvSpPr/>
              <p:nvPr/>
            </p:nvSpPr>
            <p:spPr>
              <a:xfrm>
                <a:off x="452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6" name="Rectangle 965"/>
              <p:cNvSpPr/>
              <p:nvPr/>
            </p:nvSpPr>
            <p:spPr>
              <a:xfrm>
                <a:off x="454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7" name="Rectangle 966"/>
              <p:cNvSpPr/>
              <p:nvPr/>
            </p:nvSpPr>
            <p:spPr>
              <a:xfrm>
                <a:off x="455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8" name="Rectangle 967"/>
              <p:cNvSpPr/>
              <p:nvPr/>
            </p:nvSpPr>
            <p:spPr>
              <a:xfrm>
                <a:off x="4572"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09" name="Rectangle 968"/>
              <p:cNvSpPr/>
              <p:nvPr/>
            </p:nvSpPr>
            <p:spPr>
              <a:xfrm>
                <a:off x="458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0" name="Rectangle 969"/>
              <p:cNvSpPr/>
              <p:nvPr/>
            </p:nvSpPr>
            <p:spPr>
              <a:xfrm>
                <a:off x="460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1" name="Rectangle 970"/>
              <p:cNvSpPr/>
              <p:nvPr/>
            </p:nvSpPr>
            <p:spPr>
              <a:xfrm>
                <a:off x="461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2" name="Rectangle 971"/>
              <p:cNvSpPr/>
              <p:nvPr/>
            </p:nvSpPr>
            <p:spPr>
              <a:xfrm>
                <a:off x="463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3" name="Rectangle 972"/>
              <p:cNvSpPr/>
              <p:nvPr/>
            </p:nvSpPr>
            <p:spPr>
              <a:xfrm>
                <a:off x="464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4" name="Rectangle 973"/>
              <p:cNvSpPr/>
              <p:nvPr/>
            </p:nvSpPr>
            <p:spPr>
              <a:xfrm>
                <a:off x="465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5" name="Rectangle 974"/>
              <p:cNvSpPr/>
              <p:nvPr/>
            </p:nvSpPr>
            <p:spPr>
              <a:xfrm>
                <a:off x="4673"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6" name="Rectangle 975"/>
              <p:cNvSpPr/>
              <p:nvPr/>
            </p:nvSpPr>
            <p:spPr>
              <a:xfrm>
                <a:off x="4688"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7" name="Rectangle 976"/>
              <p:cNvSpPr/>
              <p:nvPr/>
            </p:nvSpPr>
            <p:spPr>
              <a:xfrm>
                <a:off x="470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8" name="Rectangle 977"/>
              <p:cNvSpPr/>
              <p:nvPr/>
            </p:nvSpPr>
            <p:spPr>
              <a:xfrm>
                <a:off x="471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19" name="Rectangle 978"/>
              <p:cNvSpPr/>
              <p:nvPr/>
            </p:nvSpPr>
            <p:spPr>
              <a:xfrm>
                <a:off x="473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0" name="Rectangle 979"/>
              <p:cNvSpPr/>
              <p:nvPr/>
            </p:nvSpPr>
            <p:spPr>
              <a:xfrm>
                <a:off x="4745"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1" name="Rectangle 980"/>
              <p:cNvSpPr/>
              <p:nvPr/>
            </p:nvSpPr>
            <p:spPr>
              <a:xfrm>
                <a:off x="476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2" name="Rectangle 981"/>
              <p:cNvSpPr/>
              <p:nvPr/>
            </p:nvSpPr>
            <p:spPr>
              <a:xfrm>
                <a:off x="477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3" name="Rectangle 982"/>
              <p:cNvSpPr/>
              <p:nvPr/>
            </p:nvSpPr>
            <p:spPr>
              <a:xfrm>
                <a:off x="4789"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4" name="Rectangle 983"/>
              <p:cNvSpPr/>
              <p:nvPr/>
            </p:nvSpPr>
            <p:spPr>
              <a:xfrm>
                <a:off x="480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5" name="Rectangle 984"/>
              <p:cNvSpPr/>
              <p:nvPr/>
            </p:nvSpPr>
            <p:spPr>
              <a:xfrm>
                <a:off x="4817"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6" name="Rectangle 985"/>
              <p:cNvSpPr/>
              <p:nvPr/>
            </p:nvSpPr>
            <p:spPr>
              <a:xfrm>
                <a:off x="483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7" name="Rectangle 986"/>
              <p:cNvSpPr/>
              <p:nvPr/>
            </p:nvSpPr>
            <p:spPr>
              <a:xfrm>
                <a:off x="4846"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8" name="Rectangle 987"/>
              <p:cNvSpPr/>
              <p:nvPr/>
            </p:nvSpPr>
            <p:spPr>
              <a:xfrm>
                <a:off x="4861"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29" name="Rectangle 988"/>
              <p:cNvSpPr/>
              <p:nvPr/>
            </p:nvSpPr>
            <p:spPr>
              <a:xfrm>
                <a:off x="487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0" name="Rectangle 989"/>
              <p:cNvSpPr/>
              <p:nvPr/>
            </p:nvSpPr>
            <p:spPr>
              <a:xfrm>
                <a:off x="4890"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1" name="Rectangle 990"/>
              <p:cNvSpPr/>
              <p:nvPr/>
            </p:nvSpPr>
            <p:spPr>
              <a:xfrm>
                <a:off x="4904"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2" name="Rectangle 991"/>
              <p:cNvSpPr/>
              <p:nvPr/>
            </p:nvSpPr>
            <p:spPr>
              <a:xfrm>
                <a:off x="4918"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3" name="Rectangle 992"/>
              <p:cNvSpPr/>
              <p:nvPr/>
            </p:nvSpPr>
            <p:spPr>
              <a:xfrm>
                <a:off x="4933"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4" name="Rectangle 993"/>
              <p:cNvSpPr/>
              <p:nvPr/>
            </p:nvSpPr>
            <p:spPr>
              <a:xfrm>
                <a:off x="4947"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5" name="Rectangle 994"/>
              <p:cNvSpPr/>
              <p:nvPr/>
            </p:nvSpPr>
            <p:spPr>
              <a:xfrm>
                <a:off x="4962"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6" name="Rectangle 995"/>
              <p:cNvSpPr/>
              <p:nvPr/>
            </p:nvSpPr>
            <p:spPr>
              <a:xfrm>
                <a:off x="4976"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7" name="Rectangle 996"/>
              <p:cNvSpPr/>
              <p:nvPr/>
            </p:nvSpPr>
            <p:spPr>
              <a:xfrm>
                <a:off x="4990" y="3325"/>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8" name="Rectangle 997"/>
              <p:cNvSpPr/>
              <p:nvPr/>
            </p:nvSpPr>
            <p:spPr>
              <a:xfrm>
                <a:off x="5005" y="332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39" name="Rectangle 998"/>
              <p:cNvSpPr/>
              <p:nvPr/>
            </p:nvSpPr>
            <p:spPr>
              <a:xfrm>
                <a:off x="5016" y="332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0" name="Rectangle 999"/>
              <p:cNvSpPr/>
              <p:nvPr/>
            </p:nvSpPr>
            <p:spPr>
              <a:xfrm>
                <a:off x="5016" y="330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1" name="Rectangle 1000"/>
              <p:cNvSpPr/>
              <p:nvPr/>
            </p:nvSpPr>
            <p:spPr>
              <a:xfrm>
                <a:off x="5016" y="329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2" name="Rectangle 1001"/>
              <p:cNvSpPr/>
              <p:nvPr/>
            </p:nvSpPr>
            <p:spPr>
              <a:xfrm>
                <a:off x="5016" y="3275"/>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3" name="Rectangle 1002"/>
              <p:cNvSpPr/>
              <p:nvPr/>
            </p:nvSpPr>
            <p:spPr>
              <a:xfrm>
                <a:off x="5016" y="325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4" name="Rectangle 1003"/>
              <p:cNvSpPr/>
              <p:nvPr/>
            </p:nvSpPr>
            <p:spPr>
              <a:xfrm>
                <a:off x="5016" y="3244"/>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5" name="Rectangle 1004"/>
              <p:cNvSpPr/>
              <p:nvPr/>
            </p:nvSpPr>
            <p:spPr>
              <a:xfrm>
                <a:off x="5016" y="322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6" name="Rectangle 1005"/>
              <p:cNvSpPr/>
              <p:nvPr/>
            </p:nvSpPr>
            <p:spPr>
              <a:xfrm>
                <a:off x="5016" y="3213"/>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7" name="Rectangle 1006"/>
              <p:cNvSpPr/>
              <p:nvPr/>
            </p:nvSpPr>
            <p:spPr>
              <a:xfrm>
                <a:off x="5016" y="319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8" name="Rectangle 1007"/>
              <p:cNvSpPr/>
              <p:nvPr/>
            </p:nvSpPr>
            <p:spPr>
              <a:xfrm>
                <a:off x="5016" y="3182"/>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49" name="Rectangle 1008"/>
              <p:cNvSpPr/>
              <p:nvPr/>
            </p:nvSpPr>
            <p:spPr>
              <a:xfrm>
                <a:off x="5016" y="316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0" name="Rectangle 1009"/>
              <p:cNvSpPr/>
              <p:nvPr/>
            </p:nvSpPr>
            <p:spPr>
              <a:xfrm>
                <a:off x="5016" y="315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1" name="Rectangle 1010"/>
              <p:cNvSpPr/>
              <p:nvPr/>
            </p:nvSpPr>
            <p:spPr>
              <a:xfrm>
                <a:off x="5016" y="313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2" name="Rectangle 1011"/>
              <p:cNvSpPr/>
              <p:nvPr/>
            </p:nvSpPr>
            <p:spPr>
              <a:xfrm>
                <a:off x="5016" y="311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3" name="Rectangle 1012"/>
              <p:cNvSpPr/>
              <p:nvPr/>
            </p:nvSpPr>
            <p:spPr>
              <a:xfrm>
                <a:off x="5016" y="310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4" name="Rectangle 1013"/>
              <p:cNvSpPr/>
              <p:nvPr/>
            </p:nvSpPr>
            <p:spPr>
              <a:xfrm>
                <a:off x="5016" y="308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5" name="Rectangle 1014"/>
              <p:cNvSpPr/>
              <p:nvPr/>
            </p:nvSpPr>
            <p:spPr>
              <a:xfrm>
                <a:off x="5016" y="307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6" name="Rectangle 1015"/>
              <p:cNvSpPr/>
              <p:nvPr/>
            </p:nvSpPr>
            <p:spPr>
              <a:xfrm>
                <a:off x="5016" y="305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7" name="Rectangle 1016"/>
              <p:cNvSpPr/>
              <p:nvPr/>
            </p:nvSpPr>
            <p:spPr>
              <a:xfrm>
                <a:off x="5016" y="304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8" name="Rectangle 1017"/>
              <p:cNvSpPr/>
              <p:nvPr/>
            </p:nvSpPr>
            <p:spPr>
              <a:xfrm>
                <a:off x="5016" y="302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59" name="Rectangle 1018"/>
              <p:cNvSpPr/>
              <p:nvPr/>
            </p:nvSpPr>
            <p:spPr>
              <a:xfrm>
                <a:off x="5016" y="3011"/>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0" name="Rectangle 1019"/>
              <p:cNvSpPr/>
              <p:nvPr/>
            </p:nvSpPr>
            <p:spPr>
              <a:xfrm>
                <a:off x="5016" y="299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1" name="Rectangle 1020"/>
              <p:cNvSpPr/>
              <p:nvPr/>
            </p:nvSpPr>
            <p:spPr>
              <a:xfrm>
                <a:off x="5016" y="2980"/>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2" name="Rectangle 1021"/>
              <p:cNvSpPr/>
              <p:nvPr/>
            </p:nvSpPr>
            <p:spPr>
              <a:xfrm>
                <a:off x="5016" y="296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3" name="Rectangle 1022"/>
              <p:cNvSpPr/>
              <p:nvPr/>
            </p:nvSpPr>
            <p:spPr>
              <a:xfrm>
                <a:off x="5016" y="2949"/>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4" name="Rectangle 1023"/>
              <p:cNvSpPr/>
              <p:nvPr/>
            </p:nvSpPr>
            <p:spPr>
              <a:xfrm>
                <a:off x="5016" y="293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5" name="Rectangle 1024"/>
              <p:cNvSpPr/>
              <p:nvPr/>
            </p:nvSpPr>
            <p:spPr>
              <a:xfrm>
                <a:off x="5016" y="2918"/>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6" name="Rectangle 1025"/>
              <p:cNvSpPr/>
              <p:nvPr/>
            </p:nvSpPr>
            <p:spPr>
              <a:xfrm>
                <a:off x="5016" y="290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7" name="Rectangle 1026"/>
              <p:cNvSpPr/>
              <p:nvPr/>
            </p:nvSpPr>
            <p:spPr>
              <a:xfrm>
                <a:off x="5016" y="2886"/>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8" name="Rectangle 1027"/>
              <p:cNvSpPr/>
              <p:nvPr/>
            </p:nvSpPr>
            <p:spPr>
              <a:xfrm>
                <a:off x="5016" y="287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69" name="Rectangle 1028"/>
              <p:cNvSpPr/>
              <p:nvPr/>
            </p:nvSpPr>
            <p:spPr>
              <a:xfrm>
                <a:off x="5016" y="2855"/>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0" name="Rectangle 1029"/>
              <p:cNvSpPr/>
              <p:nvPr/>
            </p:nvSpPr>
            <p:spPr>
              <a:xfrm>
                <a:off x="5016" y="284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1" name="Rectangle 1030"/>
              <p:cNvSpPr/>
              <p:nvPr/>
            </p:nvSpPr>
            <p:spPr>
              <a:xfrm>
                <a:off x="5016" y="2824"/>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2" name="Rectangle 1031"/>
              <p:cNvSpPr/>
              <p:nvPr/>
            </p:nvSpPr>
            <p:spPr>
              <a:xfrm>
                <a:off x="5016" y="280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3" name="Rectangle 1032"/>
              <p:cNvSpPr/>
              <p:nvPr/>
            </p:nvSpPr>
            <p:spPr>
              <a:xfrm>
                <a:off x="5016" y="2793"/>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4" name="Rectangle 1033"/>
              <p:cNvSpPr/>
              <p:nvPr/>
            </p:nvSpPr>
            <p:spPr>
              <a:xfrm>
                <a:off x="5016" y="277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5" name="Rectangle 1034"/>
              <p:cNvSpPr/>
              <p:nvPr/>
            </p:nvSpPr>
            <p:spPr>
              <a:xfrm>
                <a:off x="5016" y="276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6" name="Rectangle 1035"/>
              <p:cNvSpPr/>
              <p:nvPr/>
            </p:nvSpPr>
            <p:spPr>
              <a:xfrm>
                <a:off x="5016" y="2747"/>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7" name="Rectangle 1036"/>
              <p:cNvSpPr/>
              <p:nvPr/>
            </p:nvSpPr>
            <p:spPr>
              <a:xfrm>
                <a:off x="5016" y="273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8" name="Rectangle 1037"/>
              <p:cNvSpPr/>
              <p:nvPr/>
            </p:nvSpPr>
            <p:spPr>
              <a:xfrm>
                <a:off x="5016" y="2716"/>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79" name="Rectangle 1038"/>
              <p:cNvSpPr/>
              <p:nvPr/>
            </p:nvSpPr>
            <p:spPr>
              <a:xfrm>
                <a:off x="5016" y="270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0" name="Rectangle 1039"/>
              <p:cNvSpPr/>
              <p:nvPr/>
            </p:nvSpPr>
            <p:spPr>
              <a:xfrm>
                <a:off x="5016" y="2685"/>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1" name="Rectangle 1040"/>
              <p:cNvSpPr/>
              <p:nvPr/>
            </p:nvSpPr>
            <p:spPr>
              <a:xfrm>
                <a:off x="5016" y="2669"/>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2" name="Rectangle 1041"/>
              <p:cNvSpPr/>
              <p:nvPr/>
            </p:nvSpPr>
            <p:spPr>
              <a:xfrm>
                <a:off x="5016" y="2654"/>
                <a:ext cx="7" cy="7"/>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3" name="Rectangle 1042"/>
              <p:cNvSpPr/>
              <p:nvPr/>
            </p:nvSpPr>
            <p:spPr>
              <a:xfrm>
                <a:off x="5016" y="2638"/>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4" name="Rectangle 1043"/>
              <p:cNvSpPr/>
              <p:nvPr/>
            </p:nvSpPr>
            <p:spPr>
              <a:xfrm>
                <a:off x="5016" y="2622"/>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5" name="Rectangle 1044"/>
              <p:cNvSpPr/>
              <p:nvPr/>
            </p:nvSpPr>
            <p:spPr>
              <a:xfrm>
                <a:off x="5016" y="2607"/>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6" name="Rectangle 1045"/>
              <p:cNvSpPr/>
              <p:nvPr/>
            </p:nvSpPr>
            <p:spPr>
              <a:xfrm>
                <a:off x="5016" y="2591"/>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7" name="Rectangle 1046"/>
              <p:cNvSpPr/>
              <p:nvPr/>
            </p:nvSpPr>
            <p:spPr>
              <a:xfrm>
                <a:off x="501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8" name="Rectangle 1047"/>
              <p:cNvSpPr/>
              <p:nvPr/>
            </p:nvSpPr>
            <p:spPr>
              <a:xfrm>
                <a:off x="499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89" name="Rectangle 1048"/>
              <p:cNvSpPr/>
              <p:nvPr/>
            </p:nvSpPr>
            <p:spPr>
              <a:xfrm>
                <a:off x="498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0" name="Rectangle 1049"/>
              <p:cNvSpPr/>
              <p:nvPr/>
            </p:nvSpPr>
            <p:spPr>
              <a:xfrm>
                <a:off x="496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1" name="Rectangle 1050"/>
              <p:cNvSpPr/>
              <p:nvPr/>
            </p:nvSpPr>
            <p:spPr>
              <a:xfrm>
                <a:off x="495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2" name="Rectangle 1051"/>
              <p:cNvSpPr/>
              <p:nvPr/>
            </p:nvSpPr>
            <p:spPr>
              <a:xfrm>
                <a:off x="494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3" name="Rectangle 1052"/>
              <p:cNvSpPr/>
              <p:nvPr/>
            </p:nvSpPr>
            <p:spPr>
              <a:xfrm>
                <a:off x="492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4" name="Rectangle 1053"/>
              <p:cNvSpPr/>
              <p:nvPr/>
            </p:nvSpPr>
            <p:spPr>
              <a:xfrm>
                <a:off x="491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5" name="Rectangle 1054"/>
              <p:cNvSpPr/>
              <p:nvPr/>
            </p:nvSpPr>
            <p:spPr>
              <a:xfrm>
                <a:off x="489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6" name="Rectangle 1055"/>
              <p:cNvSpPr/>
              <p:nvPr/>
            </p:nvSpPr>
            <p:spPr>
              <a:xfrm>
                <a:off x="488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7" name="Rectangle 1056"/>
              <p:cNvSpPr/>
              <p:nvPr/>
            </p:nvSpPr>
            <p:spPr>
              <a:xfrm>
                <a:off x="486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8" name="Rectangle 1057"/>
              <p:cNvSpPr/>
              <p:nvPr/>
            </p:nvSpPr>
            <p:spPr>
              <a:xfrm>
                <a:off x="485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399" name="Rectangle 1058"/>
              <p:cNvSpPr/>
              <p:nvPr/>
            </p:nvSpPr>
            <p:spPr>
              <a:xfrm>
                <a:off x="483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0" name="Rectangle 1059"/>
              <p:cNvSpPr/>
              <p:nvPr/>
            </p:nvSpPr>
            <p:spPr>
              <a:xfrm>
                <a:off x="482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1" name="Rectangle 1060"/>
              <p:cNvSpPr/>
              <p:nvPr/>
            </p:nvSpPr>
            <p:spPr>
              <a:xfrm>
                <a:off x="481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2" name="Rectangle 1061"/>
              <p:cNvSpPr/>
              <p:nvPr/>
            </p:nvSpPr>
            <p:spPr>
              <a:xfrm>
                <a:off x="479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3" name="Rectangle 1062"/>
              <p:cNvSpPr/>
              <p:nvPr/>
            </p:nvSpPr>
            <p:spPr>
              <a:xfrm>
                <a:off x="478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4" name="Rectangle 1063"/>
              <p:cNvSpPr/>
              <p:nvPr/>
            </p:nvSpPr>
            <p:spPr>
              <a:xfrm>
                <a:off x="476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5" name="Rectangle 1064"/>
              <p:cNvSpPr/>
              <p:nvPr/>
            </p:nvSpPr>
            <p:spPr>
              <a:xfrm>
                <a:off x="475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6" name="Rectangle 1065"/>
              <p:cNvSpPr/>
              <p:nvPr/>
            </p:nvSpPr>
            <p:spPr>
              <a:xfrm>
                <a:off x="473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7" name="Rectangle 1066"/>
              <p:cNvSpPr/>
              <p:nvPr/>
            </p:nvSpPr>
            <p:spPr>
              <a:xfrm>
                <a:off x="472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8" name="Rectangle 1067"/>
              <p:cNvSpPr/>
              <p:nvPr/>
            </p:nvSpPr>
            <p:spPr>
              <a:xfrm>
                <a:off x="470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09" name="Rectangle 1068"/>
              <p:cNvSpPr/>
              <p:nvPr/>
            </p:nvSpPr>
            <p:spPr>
              <a:xfrm>
                <a:off x="469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0" name="Rectangle 1069"/>
              <p:cNvSpPr/>
              <p:nvPr/>
            </p:nvSpPr>
            <p:spPr>
              <a:xfrm>
                <a:off x="468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1" name="Rectangle 1070"/>
              <p:cNvSpPr/>
              <p:nvPr/>
            </p:nvSpPr>
            <p:spPr>
              <a:xfrm>
                <a:off x="466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2" name="Rectangle 1071"/>
              <p:cNvSpPr/>
              <p:nvPr/>
            </p:nvSpPr>
            <p:spPr>
              <a:xfrm>
                <a:off x="465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3" name="Rectangle 1072"/>
              <p:cNvSpPr/>
              <p:nvPr/>
            </p:nvSpPr>
            <p:spPr>
              <a:xfrm>
                <a:off x="4637"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4" name="Rectangle 1073"/>
              <p:cNvSpPr/>
              <p:nvPr/>
            </p:nvSpPr>
            <p:spPr>
              <a:xfrm>
                <a:off x="462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5" name="Rectangle 1074"/>
              <p:cNvSpPr/>
              <p:nvPr/>
            </p:nvSpPr>
            <p:spPr>
              <a:xfrm>
                <a:off x="4608"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6" name="Rectangle 1075"/>
              <p:cNvSpPr/>
              <p:nvPr/>
            </p:nvSpPr>
            <p:spPr>
              <a:xfrm>
                <a:off x="459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7" name="Rectangle 1076"/>
              <p:cNvSpPr/>
              <p:nvPr/>
            </p:nvSpPr>
            <p:spPr>
              <a:xfrm>
                <a:off x="458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8" name="Rectangle 1077"/>
              <p:cNvSpPr/>
              <p:nvPr/>
            </p:nvSpPr>
            <p:spPr>
              <a:xfrm>
                <a:off x="456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19" name="Rectangle 1078"/>
              <p:cNvSpPr/>
              <p:nvPr/>
            </p:nvSpPr>
            <p:spPr>
              <a:xfrm>
                <a:off x="455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0" name="Rectangle 1079"/>
              <p:cNvSpPr/>
              <p:nvPr/>
            </p:nvSpPr>
            <p:spPr>
              <a:xfrm>
                <a:off x="453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1" name="Rectangle 1080"/>
              <p:cNvSpPr/>
              <p:nvPr/>
            </p:nvSpPr>
            <p:spPr>
              <a:xfrm>
                <a:off x="452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2" name="Rectangle 1081"/>
              <p:cNvSpPr/>
              <p:nvPr/>
            </p:nvSpPr>
            <p:spPr>
              <a:xfrm>
                <a:off x="450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3" name="Rectangle 1082"/>
              <p:cNvSpPr/>
              <p:nvPr/>
            </p:nvSpPr>
            <p:spPr>
              <a:xfrm>
                <a:off x="449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4" name="Rectangle 1083"/>
              <p:cNvSpPr/>
              <p:nvPr/>
            </p:nvSpPr>
            <p:spPr>
              <a:xfrm>
                <a:off x="447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5" name="Rectangle 1084"/>
              <p:cNvSpPr/>
              <p:nvPr/>
            </p:nvSpPr>
            <p:spPr>
              <a:xfrm>
                <a:off x="446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6" name="Rectangle 1085"/>
              <p:cNvSpPr/>
              <p:nvPr/>
            </p:nvSpPr>
            <p:spPr>
              <a:xfrm>
                <a:off x="445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7" name="Rectangle 1086"/>
              <p:cNvSpPr/>
              <p:nvPr/>
            </p:nvSpPr>
            <p:spPr>
              <a:xfrm>
                <a:off x="443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8" name="Rectangle 1087"/>
              <p:cNvSpPr/>
              <p:nvPr/>
            </p:nvSpPr>
            <p:spPr>
              <a:xfrm>
                <a:off x="442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29" name="Rectangle 1088"/>
              <p:cNvSpPr/>
              <p:nvPr/>
            </p:nvSpPr>
            <p:spPr>
              <a:xfrm>
                <a:off x="440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0" name="Rectangle 1089"/>
              <p:cNvSpPr/>
              <p:nvPr/>
            </p:nvSpPr>
            <p:spPr>
              <a:xfrm>
                <a:off x="439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1" name="Rectangle 1090"/>
              <p:cNvSpPr/>
              <p:nvPr/>
            </p:nvSpPr>
            <p:spPr>
              <a:xfrm>
                <a:off x="437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2" name="Rectangle 1091"/>
              <p:cNvSpPr/>
              <p:nvPr/>
            </p:nvSpPr>
            <p:spPr>
              <a:xfrm>
                <a:off x="436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3" name="Rectangle 1092"/>
              <p:cNvSpPr/>
              <p:nvPr/>
            </p:nvSpPr>
            <p:spPr>
              <a:xfrm>
                <a:off x="434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4" name="Rectangle 1093"/>
              <p:cNvSpPr/>
              <p:nvPr/>
            </p:nvSpPr>
            <p:spPr>
              <a:xfrm>
                <a:off x="433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5" name="Rectangle 1094"/>
              <p:cNvSpPr/>
              <p:nvPr/>
            </p:nvSpPr>
            <p:spPr>
              <a:xfrm>
                <a:off x="432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6" name="Rectangle 1095"/>
              <p:cNvSpPr/>
              <p:nvPr/>
            </p:nvSpPr>
            <p:spPr>
              <a:xfrm>
                <a:off x="430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7" name="Rectangle 1096"/>
              <p:cNvSpPr/>
              <p:nvPr/>
            </p:nvSpPr>
            <p:spPr>
              <a:xfrm>
                <a:off x="429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8" name="Rectangle 1097"/>
              <p:cNvSpPr/>
              <p:nvPr/>
            </p:nvSpPr>
            <p:spPr>
              <a:xfrm>
                <a:off x="427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39" name="Rectangle 1098"/>
              <p:cNvSpPr/>
              <p:nvPr/>
            </p:nvSpPr>
            <p:spPr>
              <a:xfrm>
                <a:off x="426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0" name="Rectangle 1099"/>
              <p:cNvSpPr/>
              <p:nvPr/>
            </p:nvSpPr>
            <p:spPr>
              <a:xfrm>
                <a:off x="424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1" name="Rectangle 1100"/>
              <p:cNvSpPr/>
              <p:nvPr/>
            </p:nvSpPr>
            <p:spPr>
              <a:xfrm>
                <a:off x="423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2" name="Rectangle 1101"/>
              <p:cNvSpPr/>
              <p:nvPr/>
            </p:nvSpPr>
            <p:spPr>
              <a:xfrm>
                <a:off x="421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3" name="Rectangle 1102"/>
              <p:cNvSpPr/>
              <p:nvPr/>
            </p:nvSpPr>
            <p:spPr>
              <a:xfrm>
                <a:off x="420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4" name="Rectangle 1103"/>
              <p:cNvSpPr/>
              <p:nvPr/>
            </p:nvSpPr>
            <p:spPr>
              <a:xfrm>
                <a:off x="4190"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5" name="Rectangle 1104"/>
              <p:cNvSpPr/>
              <p:nvPr/>
            </p:nvSpPr>
            <p:spPr>
              <a:xfrm>
                <a:off x="417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6" name="Rectangle 1105"/>
              <p:cNvSpPr/>
              <p:nvPr/>
            </p:nvSpPr>
            <p:spPr>
              <a:xfrm>
                <a:off x="416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7" name="Rectangle 1106"/>
              <p:cNvSpPr/>
              <p:nvPr/>
            </p:nvSpPr>
            <p:spPr>
              <a:xfrm>
                <a:off x="414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8" name="Rectangle 1107"/>
              <p:cNvSpPr/>
              <p:nvPr/>
            </p:nvSpPr>
            <p:spPr>
              <a:xfrm>
                <a:off x="413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49" name="Rectangle 1108"/>
              <p:cNvSpPr/>
              <p:nvPr/>
            </p:nvSpPr>
            <p:spPr>
              <a:xfrm>
                <a:off x="4118"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0" name="Rectangle 1109"/>
              <p:cNvSpPr/>
              <p:nvPr/>
            </p:nvSpPr>
            <p:spPr>
              <a:xfrm>
                <a:off x="410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1" name="Rectangle 1110"/>
              <p:cNvSpPr/>
              <p:nvPr/>
            </p:nvSpPr>
            <p:spPr>
              <a:xfrm>
                <a:off x="409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2" name="Rectangle 1111"/>
              <p:cNvSpPr/>
              <p:nvPr/>
            </p:nvSpPr>
            <p:spPr>
              <a:xfrm>
                <a:off x="407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3" name="Rectangle 1112"/>
              <p:cNvSpPr/>
              <p:nvPr/>
            </p:nvSpPr>
            <p:spPr>
              <a:xfrm>
                <a:off x="406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454" name="Rectangle 1113"/>
              <p:cNvSpPr/>
              <p:nvPr/>
            </p:nvSpPr>
            <p:spPr>
              <a:xfrm>
                <a:off x="404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grpSp>
        <p:sp>
          <p:nvSpPr>
            <p:cNvPr id="43087" name="Rectangle 1115"/>
            <p:cNvSpPr/>
            <p:nvPr/>
          </p:nvSpPr>
          <p:spPr>
            <a:xfrm>
              <a:off x="403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88" name="Rectangle 1116"/>
            <p:cNvSpPr/>
            <p:nvPr/>
          </p:nvSpPr>
          <p:spPr>
            <a:xfrm>
              <a:off x="401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89" name="Rectangle 1117"/>
            <p:cNvSpPr/>
            <p:nvPr/>
          </p:nvSpPr>
          <p:spPr>
            <a:xfrm>
              <a:off x="400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0" name="Rectangle 1118"/>
            <p:cNvSpPr/>
            <p:nvPr/>
          </p:nvSpPr>
          <p:spPr>
            <a:xfrm>
              <a:off x="398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1" name="Rectangle 1119"/>
            <p:cNvSpPr/>
            <p:nvPr/>
          </p:nvSpPr>
          <p:spPr>
            <a:xfrm>
              <a:off x="397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2" name="Rectangle 1120"/>
            <p:cNvSpPr/>
            <p:nvPr/>
          </p:nvSpPr>
          <p:spPr>
            <a:xfrm>
              <a:off x="396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3" name="Rectangle 1121"/>
            <p:cNvSpPr/>
            <p:nvPr/>
          </p:nvSpPr>
          <p:spPr>
            <a:xfrm>
              <a:off x="3945"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4" name="Rectangle 1122"/>
            <p:cNvSpPr/>
            <p:nvPr/>
          </p:nvSpPr>
          <p:spPr>
            <a:xfrm>
              <a:off x="393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5" name="Rectangle 1123"/>
            <p:cNvSpPr/>
            <p:nvPr/>
          </p:nvSpPr>
          <p:spPr>
            <a:xfrm>
              <a:off x="391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6" name="Rectangle 1124"/>
            <p:cNvSpPr/>
            <p:nvPr/>
          </p:nvSpPr>
          <p:spPr>
            <a:xfrm>
              <a:off x="390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7" name="Rectangle 1125"/>
            <p:cNvSpPr/>
            <p:nvPr/>
          </p:nvSpPr>
          <p:spPr>
            <a:xfrm>
              <a:off x="388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8" name="Rectangle 1126"/>
            <p:cNvSpPr/>
            <p:nvPr/>
          </p:nvSpPr>
          <p:spPr>
            <a:xfrm>
              <a:off x="387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099" name="Rectangle 1127"/>
            <p:cNvSpPr/>
            <p:nvPr/>
          </p:nvSpPr>
          <p:spPr>
            <a:xfrm>
              <a:off x="385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0" name="Rectangle 1128"/>
            <p:cNvSpPr/>
            <p:nvPr/>
          </p:nvSpPr>
          <p:spPr>
            <a:xfrm>
              <a:off x="384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1" name="Rectangle 1129"/>
            <p:cNvSpPr/>
            <p:nvPr/>
          </p:nvSpPr>
          <p:spPr>
            <a:xfrm>
              <a:off x="383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2" name="Rectangle 1130"/>
            <p:cNvSpPr/>
            <p:nvPr/>
          </p:nvSpPr>
          <p:spPr>
            <a:xfrm>
              <a:off x="381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3" name="Rectangle 1131"/>
            <p:cNvSpPr/>
            <p:nvPr/>
          </p:nvSpPr>
          <p:spPr>
            <a:xfrm>
              <a:off x="380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4" name="Rectangle 1132"/>
            <p:cNvSpPr/>
            <p:nvPr/>
          </p:nvSpPr>
          <p:spPr>
            <a:xfrm>
              <a:off x="378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5" name="Rectangle 1133"/>
            <p:cNvSpPr/>
            <p:nvPr/>
          </p:nvSpPr>
          <p:spPr>
            <a:xfrm>
              <a:off x="377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6" name="Rectangle 1134"/>
            <p:cNvSpPr/>
            <p:nvPr/>
          </p:nvSpPr>
          <p:spPr>
            <a:xfrm>
              <a:off x="375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7" name="Rectangle 1135"/>
            <p:cNvSpPr/>
            <p:nvPr/>
          </p:nvSpPr>
          <p:spPr>
            <a:xfrm>
              <a:off x="374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8" name="Rectangle 1136"/>
            <p:cNvSpPr/>
            <p:nvPr/>
          </p:nvSpPr>
          <p:spPr>
            <a:xfrm>
              <a:off x="372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09" name="Rectangle 1137"/>
            <p:cNvSpPr/>
            <p:nvPr/>
          </p:nvSpPr>
          <p:spPr>
            <a:xfrm>
              <a:off x="371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0" name="Rectangle 1138"/>
            <p:cNvSpPr/>
            <p:nvPr/>
          </p:nvSpPr>
          <p:spPr>
            <a:xfrm>
              <a:off x="3700"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1" name="Rectangle 1139"/>
            <p:cNvSpPr/>
            <p:nvPr/>
          </p:nvSpPr>
          <p:spPr>
            <a:xfrm>
              <a:off x="368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2" name="Rectangle 1140"/>
            <p:cNvSpPr/>
            <p:nvPr/>
          </p:nvSpPr>
          <p:spPr>
            <a:xfrm>
              <a:off x="367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3" name="Rectangle 1141"/>
            <p:cNvSpPr/>
            <p:nvPr/>
          </p:nvSpPr>
          <p:spPr>
            <a:xfrm>
              <a:off x="365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4" name="Rectangle 1142"/>
            <p:cNvSpPr/>
            <p:nvPr/>
          </p:nvSpPr>
          <p:spPr>
            <a:xfrm>
              <a:off x="364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5" name="Rectangle 1143"/>
            <p:cNvSpPr/>
            <p:nvPr/>
          </p:nvSpPr>
          <p:spPr>
            <a:xfrm>
              <a:off x="3628"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6" name="Rectangle 1144"/>
            <p:cNvSpPr/>
            <p:nvPr/>
          </p:nvSpPr>
          <p:spPr>
            <a:xfrm>
              <a:off x="361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7" name="Rectangle 1145"/>
            <p:cNvSpPr/>
            <p:nvPr/>
          </p:nvSpPr>
          <p:spPr>
            <a:xfrm>
              <a:off x="360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8" name="Rectangle 1146"/>
            <p:cNvSpPr/>
            <p:nvPr/>
          </p:nvSpPr>
          <p:spPr>
            <a:xfrm>
              <a:off x="358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19" name="Rectangle 1147"/>
            <p:cNvSpPr/>
            <p:nvPr/>
          </p:nvSpPr>
          <p:spPr>
            <a:xfrm>
              <a:off x="357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0" name="Rectangle 1148"/>
            <p:cNvSpPr/>
            <p:nvPr/>
          </p:nvSpPr>
          <p:spPr>
            <a:xfrm>
              <a:off x="355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1" name="Rectangle 1149"/>
            <p:cNvSpPr/>
            <p:nvPr/>
          </p:nvSpPr>
          <p:spPr>
            <a:xfrm>
              <a:off x="354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2" name="Rectangle 1150"/>
            <p:cNvSpPr/>
            <p:nvPr/>
          </p:nvSpPr>
          <p:spPr>
            <a:xfrm>
              <a:off x="3527"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3" name="Rectangle 1151"/>
            <p:cNvSpPr/>
            <p:nvPr/>
          </p:nvSpPr>
          <p:spPr>
            <a:xfrm>
              <a:off x="351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4" name="Rectangle 1152"/>
            <p:cNvSpPr/>
            <p:nvPr/>
          </p:nvSpPr>
          <p:spPr>
            <a:xfrm>
              <a:off x="349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5" name="Rectangle 1153"/>
            <p:cNvSpPr/>
            <p:nvPr/>
          </p:nvSpPr>
          <p:spPr>
            <a:xfrm>
              <a:off x="348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6" name="Rectangle 1154"/>
            <p:cNvSpPr/>
            <p:nvPr/>
          </p:nvSpPr>
          <p:spPr>
            <a:xfrm>
              <a:off x="347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7" name="Rectangle 1155"/>
            <p:cNvSpPr/>
            <p:nvPr/>
          </p:nvSpPr>
          <p:spPr>
            <a:xfrm>
              <a:off x="3455"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8" name="Rectangle 1156"/>
            <p:cNvSpPr/>
            <p:nvPr/>
          </p:nvSpPr>
          <p:spPr>
            <a:xfrm>
              <a:off x="344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29" name="Rectangle 1157"/>
            <p:cNvSpPr/>
            <p:nvPr/>
          </p:nvSpPr>
          <p:spPr>
            <a:xfrm>
              <a:off x="342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0" name="Rectangle 1158"/>
            <p:cNvSpPr/>
            <p:nvPr/>
          </p:nvSpPr>
          <p:spPr>
            <a:xfrm>
              <a:off x="341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1" name="Rectangle 1159"/>
            <p:cNvSpPr/>
            <p:nvPr/>
          </p:nvSpPr>
          <p:spPr>
            <a:xfrm>
              <a:off x="339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2" name="Rectangle 1160"/>
            <p:cNvSpPr/>
            <p:nvPr/>
          </p:nvSpPr>
          <p:spPr>
            <a:xfrm>
              <a:off x="338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3" name="Rectangle 1161"/>
            <p:cNvSpPr/>
            <p:nvPr/>
          </p:nvSpPr>
          <p:spPr>
            <a:xfrm>
              <a:off x="336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4" name="Rectangle 1162"/>
            <p:cNvSpPr/>
            <p:nvPr/>
          </p:nvSpPr>
          <p:spPr>
            <a:xfrm>
              <a:off x="335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5" name="Rectangle 1163"/>
            <p:cNvSpPr/>
            <p:nvPr/>
          </p:nvSpPr>
          <p:spPr>
            <a:xfrm>
              <a:off x="334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6" name="Rectangle 1164"/>
            <p:cNvSpPr/>
            <p:nvPr/>
          </p:nvSpPr>
          <p:spPr>
            <a:xfrm>
              <a:off x="332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7" name="Rectangle 1165"/>
            <p:cNvSpPr/>
            <p:nvPr/>
          </p:nvSpPr>
          <p:spPr>
            <a:xfrm>
              <a:off x="331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8" name="Rectangle 1166"/>
            <p:cNvSpPr/>
            <p:nvPr/>
          </p:nvSpPr>
          <p:spPr>
            <a:xfrm>
              <a:off x="329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39" name="Rectangle 1167"/>
            <p:cNvSpPr/>
            <p:nvPr/>
          </p:nvSpPr>
          <p:spPr>
            <a:xfrm>
              <a:off x="328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0" name="Rectangle 1168"/>
            <p:cNvSpPr/>
            <p:nvPr/>
          </p:nvSpPr>
          <p:spPr>
            <a:xfrm>
              <a:off x="326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1" name="Rectangle 1169"/>
            <p:cNvSpPr/>
            <p:nvPr/>
          </p:nvSpPr>
          <p:spPr>
            <a:xfrm>
              <a:off x="325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2" name="Rectangle 1170"/>
            <p:cNvSpPr/>
            <p:nvPr/>
          </p:nvSpPr>
          <p:spPr>
            <a:xfrm>
              <a:off x="323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3" name="Rectangle 1171"/>
            <p:cNvSpPr/>
            <p:nvPr/>
          </p:nvSpPr>
          <p:spPr>
            <a:xfrm>
              <a:off x="322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4" name="Rectangle 1172"/>
            <p:cNvSpPr/>
            <p:nvPr/>
          </p:nvSpPr>
          <p:spPr>
            <a:xfrm>
              <a:off x="3210"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5" name="Rectangle 1173"/>
            <p:cNvSpPr/>
            <p:nvPr/>
          </p:nvSpPr>
          <p:spPr>
            <a:xfrm>
              <a:off x="319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6" name="Rectangle 1174"/>
            <p:cNvSpPr/>
            <p:nvPr/>
          </p:nvSpPr>
          <p:spPr>
            <a:xfrm>
              <a:off x="318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7" name="Rectangle 1175"/>
            <p:cNvSpPr/>
            <p:nvPr/>
          </p:nvSpPr>
          <p:spPr>
            <a:xfrm>
              <a:off x="316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8" name="Rectangle 1176"/>
            <p:cNvSpPr/>
            <p:nvPr/>
          </p:nvSpPr>
          <p:spPr>
            <a:xfrm>
              <a:off x="315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49" name="Rectangle 1177"/>
            <p:cNvSpPr/>
            <p:nvPr/>
          </p:nvSpPr>
          <p:spPr>
            <a:xfrm>
              <a:off x="313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0" name="Rectangle 1178"/>
            <p:cNvSpPr/>
            <p:nvPr/>
          </p:nvSpPr>
          <p:spPr>
            <a:xfrm>
              <a:off x="312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1" name="Rectangle 1179"/>
            <p:cNvSpPr/>
            <p:nvPr/>
          </p:nvSpPr>
          <p:spPr>
            <a:xfrm>
              <a:off x="310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2" name="Rectangle 1180"/>
            <p:cNvSpPr/>
            <p:nvPr/>
          </p:nvSpPr>
          <p:spPr>
            <a:xfrm>
              <a:off x="309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3" name="Rectangle 1181"/>
            <p:cNvSpPr/>
            <p:nvPr/>
          </p:nvSpPr>
          <p:spPr>
            <a:xfrm>
              <a:off x="308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4" name="Rectangle 1182"/>
            <p:cNvSpPr/>
            <p:nvPr/>
          </p:nvSpPr>
          <p:spPr>
            <a:xfrm>
              <a:off x="306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5" name="Rectangle 1183"/>
            <p:cNvSpPr/>
            <p:nvPr/>
          </p:nvSpPr>
          <p:spPr>
            <a:xfrm>
              <a:off x="305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6" name="Rectangle 1184"/>
            <p:cNvSpPr/>
            <p:nvPr/>
          </p:nvSpPr>
          <p:spPr>
            <a:xfrm>
              <a:off x="3037"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7" name="Rectangle 1185"/>
            <p:cNvSpPr/>
            <p:nvPr/>
          </p:nvSpPr>
          <p:spPr>
            <a:xfrm>
              <a:off x="302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8" name="Rectangle 1186"/>
            <p:cNvSpPr/>
            <p:nvPr/>
          </p:nvSpPr>
          <p:spPr>
            <a:xfrm>
              <a:off x="300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59" name="Rectangle 1187"/>
            <p:cNvSpPr/>
            <p:nvPr/>
          </p:nvSpPr>
          <p:spPr>
            <a:xfrm>
              <a:off x="299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0" name="Rectangle 1188"/>
            <p:cNvSpPr/>
            <p:nvPr/>
          </p:nvSpPr>
          <p:spPr>
            <a:xfrm>
              <a:off x="298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1" name="Rectangle 1189"/>
            <p:cNvSpPr/>
            <p:nvPr/>
          </p:nvSpPr>
          <p:spPr>
            <a:xfrm>
              <a:off x="2965"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2" name="Rectangle 1190"/>
            <p:cNvSpPr/>
            <p:nvPr/>
          </p:nvSpPr>
          <p:spPr>
            <a:xfrm>
              <a:off x="295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3" name="Rectangle 1191"/>
            <p:cNvSpPr/>
            <p:nvPr/>
          </p:nvSpPr>
          <p:spPr>
            <a:xfrm>
              <a:off x="293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4" name="Rectangle 1192"/>
            <p:cNvSpPr/>
            <p:nvPr/>
          </p:nvSpPr>
          <p:spPr>
            <a:xfrm>
              <a:off x="292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5" name="Rectangle 1193"/>
            <p:cNvSpPr/>
            <p:nvPr/>
          </p:nvSpPr>
          <p:spPr>
            <a:xfrm>
              <a:off x="290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6" name="Rectangle 1194"/>
            <p:cNvSpPr/>
            <p:nvPr/>
          </p:nvSpPr>
          <p:spPr>
            <a:xfrm>
              <a:off x="289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7" name="Rectangle 1195"/>
            <p:cNvSpPr/>
            <p:nvPr/>
          </p:nvSpPr>
          <p:spPr>
            <a:xfrm>
              <a:off x="287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8" name="Rectangle 1196"/>
            <p:cNvSpPr/>
            <p:nvPr/>
          </p:nvSpPr>
          <p:spPr>
            <a:xfrm>
              <a:off x="286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69" name="Rectangle 1197"/>
            <p:cNvSpPr/>
            <p:nvPr/>
          </p:nvSpPr>
          <p:spPr>
            <a:xfrm>
              <a:off x="285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0" name="Rectangle 1198"/>
            <p:cNvSpPr/>
            <p:nvPr/>
          </p:nvSpPr>
          <p:spPr>
            <a:xfrm>
              <a:off x="283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1" name="Rectangle 1199"/>
            <p:cNvSpPr/>
            <p:nvPr/>
          </p:nvSpPr>
          <p:spPr>
            <a:xfrm>
              <a:off x="282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2" name="Rectangle 1200"/>
            <p:cNvSpPr/>
            <p:nvPr/>
          </p:nvSpPr>
          <p:spPr>
            <a:xfrm>
              <a:off x="280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3" name="Rectangle 1201"/>
            <p:cNvSpPr/>
            <p:nvPr/>
          </p:nvSpPr>
          <p:spPr>
            <a:xfrm>
              <a:off x="279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4" name="Rectangle 1202"/>
            <p:cNvSpPr/>
            <p:nvPr/>
          </p:nvSpPr>
          <p:spPr>
            <a:xfrm>
              <a:off x="277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5" name="Rectangle 1203"/>
            <p:cNvSpPr/>
            <p:nvPr/>
          </p:nvSpPr>
          <p:spPr>
            <a:xfrm>
              <a:off x="276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6" name="Rectangle 1204"/>
            <p:cNvSpPr/>
            <p:nvPr/>
          </p:nvSpPr>
          <p:spPr>
            <a:xfrm>
              <a:off x="274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7" name="Rectangle 1205"/>
            <p:cNvSpPr/>
            <p:nvPr/>
          </p:nvSpPr>
          <p:spPr>
            <a:xfrm>
              <a:off x="273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8" name="Rectangle 1206"/>
            <p:cNvSpPr/>
            <p:nvPr/>
          </p:nvSpPr>
          <p:spPr>
            <a:xfrm>
              <a:off x="2720"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79" name="Rectangle 1207"/>
            <p:cNvSpPr/>
            <p:nvPr/>
          </p:nvSpPr>
          <p:spPr>
            <a:xfrm>
              <a:off x="270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0" name="Rectangle 1208"/>
            <p:cNvSpPr/>
            <p:nvPr/>
          </p:nvSpPr>
          <p:spPr>
            <a:xfrm>
              <a:off x="269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1" name="Rectangle 1209"/>
            <p:cNvSpPr/>
            <p:nvPr/>
          </p:nvSpPr>
          <p:spPr>
            <a:xfrm>
              <a:off x="267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2" name="Rectangle 1210"/>
            <p:cNvSpPr/>
            <p:nvPr/>
          </p:nvSpPr>
          <p:spPr>
            <a:xfrm>
              <a:off x="266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3" name="Rectangle 1211"/>
            <p:cNvSpPr/>
            <p:nvPr/>
          </p:nvSpPr>
          <p:spPr>
            <a:xfrm>
              <a:off x="264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4" name="Rectangle 1212"/>
            <p:cNvSpPr/>
            <p:nvPr/>
          </p:nvSpPr>
          <p:spPr>
            <a:xfrm>
              <a:off x="263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5" name="Rectangle 1213"/>
            <p:cNvSpPr/>
            <p:nvPr/>
          </p:nvSpPr>
          <p:spPr>
            <a:xfrm>
              <a:off x="261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6" name="Rectangle 1214"/>
            <p:cNvSpPr/>
            <p:nvPr/>
          </p:nvSpPr>
          <p:spPr>
            <a:xfrm>
              <a:off x="260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7" name="Rectangle 1215"/>
            <p:cNvSpPr/>
            <p:nvPr/>
          </p:nvSpPr>
          <p:spPr>
            <a:xfrm>
              <a:off x="259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8" name="Rectangle 1216"/>
            <p:cNvSpPr/>
            <p:nvPr/>
          </p:nvSpPr>
          <p:spPr>
            <a:xfrm>
              <a:off x="257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89" name="Rectangle 1217"/>
            <p:cNvSpPr/>
            <p:nvPr/>
          </p:nvSpPr>
          <p:spPr>
            <a:xfrm>
              <a:off x="256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0" name="Rectangle 1218"/>
            <p:cNvSpPr/>
            <p:nvPr/>
          </p:nvSpPr>
          <p:spPr>
            <a:xfrm>
              <a:off x="2547"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1" name="Rectangle 1219"/>
            <p:cNvSpPr/>
            <p:nvPr/>
          </p:nvSpPr>
          <p:spPr>
            <a:xfrm>
              <a:off x="253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2" name="Rectangle 1220"/>
            <p:cNvSpPr/>
            <p:nvPr/>
          </p:nvSpPr>
          <p:spPr>
            <a:xfrm>
              <a:off x="251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3" name="Rectangle 1221"/>
            <p:cNvSpPr/>
            <p:nvPr/>
          </p:nvSpPr>
          <p:spPr>
            <a:xfrm>
              <a:off x="250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4" name="Rectangle 1222"/>
            <p:cNvSpPr/>
            <p:nvPr/>
          </p:nvSpPr>
          <p:spPr>
            <a:xfrm>
              <a:off x="249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5" name="Rectangle 1223"/>
            <p:cNvSpPr/>
            <p:nvPr/>
          </p:nvSpPr>
          <p:spPr>
            <a:xfrm>
              <a:off x="247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6" name="Rectangle 1224"/>
            <p:cNvSpPr/>
            <p:nvPr/>
          </p:nvSpPr>
          <p:spPr>
            <a:xfrm>
              <a:off x="246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7" name="Rectangle 1225"/>
            <p:cNvSpPr/>
            <p:nvPr/>
          </p:nvSpPr>
          <p:spPr>
            <a:xfrm>
              <a:off x="244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8" name="Rectangle 1226"/>
            <p:cNvSpPr/>
            <p:nvPr/>
          </p:nvSpPr>
          <p:spPr>
            <a:xfrm>
              <a:off x="243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199" name="Rectangle 1227"/>
            <p:cNvSpPr/>
            <p:nvPr/>
          </p:nvSpPr>
          <p:spPr>
            <a:xfrm>
              <a:off x="241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0" name="Rectangle 1228"/>
            <p:cNvSpPr/>
            <p:nvPr/>
          </p:nvSpPr>
          <p:spPr>
            <a:xfrm>
              <a:off x="240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1" name="Rectangle 1229"/>
            <p:cNvSpPr/>
            <p:nvPr/>
          </p:nvSpPr>
          <p:spPr>
            <a:xfrm>
              <a:off x="238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2" name="Rectangle 1230"/>
            <p:cNvSpPr/>
            <p:nvPr/>
          </p:nvSpPr>
          <p:spPr>
            <a:xfrm>
              <a:off x="237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3" name="Rectangle 1231"/>
            <p:cNvSpPr/>
            <p:nvPr/>
          </p:nvSpPr>
          <p:spPr>
            <a:xfrm>
              <a:off x="236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4" name="Rectangle 1232"/>
            <p:cNvSpPr/>
            <p:nvPr/>
          </p:nvSpPr>
          <p:spPr>
            <a:xfrm>
              <a:off x="234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5" name="Rectangle 1233"/>
            <p:cNvSpPr/>
            <p:nvPr/>
          </p:nvSpPr>
          <p:spPr>
            <a:xfrm>
              <a:off x="233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6" name="Rectangle 1234"/>
            <p:cNvSpPr/>
            <p:nvPr/>
          </p:nvSpPr>
          <p:spPr>
            <a:xfrm>
              <a:off x="231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7" name="Rectangle 1235"/>
            <p:cNvSpPr/>
            <p:nvPr/>
          </p:nvSpPr>
          <p:spPr>
            <a:xfrm>
              <a:off x="2302"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8" name="Rectangle 1236"/>
            <p:cNvSpPr/>
            <p:nvPr/>
          </p:nvSpPr>
          <p:spPr>
            <a:xfrm>
              <a:off x="228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09" name="Rectangle 1237"/>
            <p:cNvSpPr/>
            <p:nvPr/>
          </p:nvSpPr>
          <p:spPr>
            <a:xfrm>
              <a:off x="227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0" name="Rectangle 1238"/>
            <p:cNvSpPr/>
            <p:nvPr/>
          </p:nvSpPr>
          <p:spPr>
            <a:xfrm>
              <a:off x="225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1" name="Rectangle 1239"/>
            <p:cNvSpPr/>
            <p:nvPr/>
          </p:nvSpPr>
          <p:spPr>
            <a:xfrm>
              <a:off x="224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2" name="Rectangle 1240"/>
            <p:cNvSpPr/>
            <p:nvPr/>
          </p:nvSpPr>
          <p:spPr>
            <a:xfrm>
              <a:off x="223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3" name="Rectangle 1241"/>
            <p:cNvSpPr/>
            <p:nvPr/>
          </p:nvSpPr>
          <p:spPr>
            <a:xfrm>
              <a:off x="221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4" name="Rectangle 1242"/>
            <p:cNvSpPr/>
            <p:nvPr/>
          </p:nvSpPr>
          <p:spPr>
            <a:xfrm>
              <a:off x="220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5" name="Rectangle 1243"/>
            <p:cNvSpPr/>
            <p:nvPr/>
          </p:nvSpPr>
          <p:spPr>
            <a:xfrm>
              <a:off x="218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6" name="Rectangle 1244"/>
            <p:cNvSpPr/>
            <p:nvPr/>
          </p:nvSpPr>
          <p:spPr>
            <a:xfrm>
              <a:off x="217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7" name="Rectangle 1245"/>
            <p:cNvSpPr/>
            <p:nvPr/>
          </p:nvSpPr>
          <p:spPr>
            <a:xfrm>
              <a:off x="215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8" name="Rectangle 1246"/>
            <p:cNvSpPr/>
            <p:nvPr/>
          </p:nvSpPr>
          <p:spPr>
            <a:xfrm>
              <a:off x="214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19" name="Rectangle 1247"/>
            <p:cNvSpPr/>
            <p:nvPr/>
          </p:nvSpPr>
          <p:spPr>
            <a:xfrm>
              <a:off x="2129"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0" name="Rectangle 1248"/>
            <p:cNvSpPr/>
            <p:nvPr/>
          </p:nvSpPr>
          <p:spPr>
            <a:xfrm>
              <a:off x="211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1" name="Rectangle 1249"/>
            <p:cNvSpPr/>
            <p:nvPr/>
          </p:nvSpPr>
          <p:spPr>
            <a:xfrm>
              <a:off x="210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2" name="Rectangle 1250"/>
            <p:cNvSpPr/>
            <p:nvPr/>
          </p:nvSpPr>
          <p:spPr>
            <a:xfrm>
              <a:off x="208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3" name="Rectangle 1251"/>
            <p:cNvSpPr/>
            <p:nvPr/>
          </p:nvSpPr>
          <p:spPr>
            <a:xfrm>
              <a:off x="207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4" name="Rectangle 1252"/>
            <p:cNvSpPr/>
            <p:nvPr/>
          </p:nvSpPr>
          <p:spPr>
            <a:xfrm>
              <a:off x="205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5" name="Rectangle 1253"/>
            <p:cNvSpPr/>
            <p:nvPr/>
          </p:nvSpPr>
          <p:spPr>
            <a:xfrm>
              <a:off x="204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6" name="Rectangle 1254"/>
            <p:cNvSpPr/>
            <p:nvPr/>
          </p:nvSpPr>
          <p:spPr>
            <a:xfrm>
              <a:off x="2028"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7" name="Rectangle 1255"/>
            <p:cNvSpPr/>
            <p:nvPr/>
          </p:nvSpPr>
          <p:spPr>
            <a:xfrm>
              <a:off x="201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8" name="Rectangle 1256"/>
            <p:cNvSpPr/>
            <p:nvPr/>
          </p:nvSpPr>
          <p:spPr>
            <a:xfrm>
              <a:off x="200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29" name="Rectangle 1257"/>
            <p:cNvSpPr/>
            <p:nvPr/>
          </p:nvSpPr>
          <p:spPr>
            <a:xfrm>
              <a:off x="198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0" name="Rectangle 1258"/>
            <p:cNvSpPr/>
            <p:nvPr/>
          </p:nvSpPr>
          <p:spPr>
            <a:xfrm>
              <a:off x="197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1" name="Rectangle 1259"/>
            <p:cNvSpPr/>
            <p:nvPr/>
          </p:nvSpPr>
          <p:spPr>
            <a:xfrm>
              <a:off x="1956"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2" name="Rectangle 1260"/>
            <p:cNvSpPr/>
            <p:nvPr/>
          </p:nvSpPr>
          <p:spPr>
            <a:xfrm>
              <a:off x="194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3" name="Rectangle 1261"/>
            <p:cNvSpPr/>
            <p:nvPr/>
          </p:nvSpPr>
          <p:spPr>
            <a:xfrm>
              <a:off x="192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4" name="Rectangle 1262"/>
            <p:cNvSpPr/>
            <p:nvPr/>
          </p:nvSpPr>
          <p:spPr>
            <a:xfrm>
              <a:off x="191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5" name="Rectangle 1263"/>
            <p:cNvSpPr/>
            <p:nvPr/>
          </p:nvSpPr>
          <p:spPr>
            <a:xfrm>
              <a:off x="189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6" name="Rectangle 1264"/>
            <p:cNvSpPr/>
            <p:nvPr/>
          </p:nvSpPr>
          <p:spPr>
            <a:xfrm>
              <a:off x="1884"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7" name="Rectangle 1265"/>
            <p:cNvSpPr/>
            <p:nvPr/>
          </p:nvSpPr>
          <p:spPr>
            <a:xfrm>
              <a:off x="187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8" name="Rectangle 1266"/>
            <p:cNvSpPr/>
            <p:nvPr/>
          </p:nvSpPr>
          <p:spPr>
            <a:xfrm>
              <a:off x="1855"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39" name="Rectangle 1267"/>
            <p:cNvSpPr/>
            <p:nvPr/>
          </p:nvSpPr>
          <p:spPr>
            <a:xfrm>
              <a:off x="1841"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0" name="Rectangle 1268"/>
            <p:cNvSpPr/>
            <p:nvPr/>
          </p:nvSpPr>
          <p:spPr>
            <a:xfrm>
              <a:off x="182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1" name="Rectangle 1269"/>
            <p:cNvSpPr/>
            <p:nvPr/>
          </p:nvSpPr>
          <p:spPr>
            <a:xfrm>
              <a:off x="1812"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2" name="Rectangle 1270"/>
            <p:cNvSpPr/>
            <p:nvPr/>
          </p:nvSpPr>
          <p:spPr>
            <a:xfrm>
              <a:off x="179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3" name="Rectangle 1271"/>
            <p:cNvSpPr/>
            <p:nvPr/>
          </p:nvSpPr>
          <p:spPr>
            <a:xfrm>
              <a:off x="1783"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4" name="Rectangle 1272"/>
            <p:cNvSpPr/>
            <p:nvPr/>
          </p:nvSpPr>
          <p:spPr>
            <a:xfrm>
              <a:off x="176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5" name="Rectangle 1273"/>
            <p:cNvSpPr/>
            <p:nvPr/>
          </p:nvSpPr>
          <p:spPr>
            <a:xfrm>
              <a:off x="175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6" name="Rectangle 1274"/>
            <p:cNvSpPr/>
            <p:nvPr/>
          </p:nvSpPr>
          <p:spPr>
            <a:xfrm>
              <a:off x="1740"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7" name="Rectangle 1275"/>
            <p:cNvSpPr/>
            <p:nvPr/>
          </p:nvSpPr>
          <p:spPr>
            <a:xfrm>
              <a:off x="1726"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8" name="Rectangle 1276"/>
            <p:cNvSpPr/>
            <p:nvPr/>
          </p:nvSpPr>
          <p:spPr>
            <a:xfrm>
              <a:off x="1711" y="2580"/>
              <a:ext cx="8"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49" name="Rectangle 1277"/>
            <p:cNvSpPr/>
            <p:nvPr/>
          </p:nvSpPr>
          <p:spPr>
            <a:xfrm>
              <a:off x="1697"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0" name="Rectangle 1278"/>
            <p:cNvSpPr/>
            <p:nvPr/>
          </p:nvSpPr>
          <p:spPr>
            <a:xfrm>
              <a:off x="1683"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1" name="Rectangle 1279"/>
            <p:cNvSpPr/>
            <p:nvPr/>
          </p:nvSpPr>
          <p:spPr>
            <a:xfrm>
              <a:off x="1668"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2" name="Rectangle 1280"/>
            <p:cNvSpPr/>
            <p:nvPr/>
          </p:nvSpPr>
          <p:spPr>
            <a:xfrm>
              <a:off x="1654"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3" name="Rectangle 1281"/>
            <p:cNvSpPr/>
            <p:nvPr/>
          </p:nvSpPr>
          <p:spPr>
            <a:xfrm>
              <a:off x="1639"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sp>
          <p:nvSpPr>
            <p:cNvPr id="43254" name="Rectangle 1282"/>
            <p:cNvSpPr/>
            <p:nvPr/>
          </p:nvSpPr>
          <p:spPr>
            <a:xfrm>
              <a:off x="1625" y="2580"/>
              <a:ext cx="7" cy="8"/>
            </a:xfrm>
            <a:prstGeom prst="rect">
              <a:avLst/>
            </a:prstGeom>
            <a:solidFill>
              <a:srgbClr val="000000"/>
            </a:solidFill>
            <a:ln w="9525">
              <a:noFill/>
            </a:ln>
          </p:spPr>
          <p:txBody>
            <a:bodyPr/>
            <a:p>
              <a:pPr eaLnBrk="1" hangingPunct="1"/>
              <a:endParaRPr lang="zh-CN" altLang="en-US" dirty="0">
                <a:latin typeface="Verdana" panose="020B0604030504040204" pitchFamily="34"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444500"/>
            <a:ext cx="254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03</a:t>
            </a:r>
            <a:endParaRPr lang="en-US" sz="1100"/>
          </a:p>
        </p:txBody>
      </p:sp>
      <p:sp>
        <p:nvSpPr>
          <p:cNvPr id="4" name="AutoShape 4"/>
          <p:cNvSpPr/>
          <p:nvPr/>
        </p:nvSpPr>
        <p:spPr>
          <a:xfrm>
            <a:off x="762000" y="12065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产品开发的核心要素</a:t>
            </a:r>
            <a:endParaRPr lang="en-US" sz="3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2032000"/>
            <a:ext cx="3302000" cy="1651000"/>
          </a:xfrm>
          <a:prstGeom prst="roundRect">
            <a:avLst>
              <a:gd name="adj" fmla="val 9230"/>
            </a:avLst>
          </a:prstGeom>
          <a:solidFill>
            <a:srgbClr val="FFFFFF">
              <a:alpha val="100000"/>
            </a:srgbClr>
          </a:solidFill>
          <a:ln w="25400" cap="flat" cmpd="sng">
            <a:noFill/>
            <a:prstDash val="solid"/>
            <a:round/>
          </a:ln>
          <a:effectLst>
            <a:outerShdw blurRad="190500" dist="50800" dir="2700000" algn="tl" rotWithShape="0">
              <a:srgbClr val="2D3748">
                <a:alpha val="8000"/>
              </a:srgbClr>
            </a:outerShdw>
          </a:effectLst>
        </p:spPr>
        <p:txBody>
          <a:bodyPr vert="horz" wrap="square" lIns="63500" tIns="63500" rIns="63500" bIns="63500" rtlCol="0" anchor="ctr"/>
          <a:lstStyle/>
          <a:p>
            <a:pPr algn="ctr">
              <a:defRPr/>
            </a:pPr>
            <a:endParaRPr sz="1800"/>
          </a:p>
        </p:txBody>
      </p:sp>
      <p:sp>
        <p:nvSpPr>
          <p:cNvPr id="6" name="AutoShape 6"/>
          <p:cNvSpPr/>
          <p:nvPr/>
        </p:nvSpPr>
        <p:spPr>
          <a:xfrm>
            <a:off x="1016000" y="2349500"/>
            <a:ext cx="762000" cy="762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sz="1800"/>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3800" y="2527300"/>
            <a:ext cx="406400" cy="406400"/>
          </a:xfrm>
          <a:prstGeom prst="rect">
            <a:avLst/>
          </a:prstGeom>
        </p:spPr>
      </p:pic>
      <p:sp>
        <p:nvSpPr>
          <p:cNvPr id="8" name="AutoShape 8"/>
          <p:cNvSpPr/>
          <p:nvPr/>
        </p:nvSpPr>
        <p:spPr>
          <a:xfrm>
            <a:off x="2032000" y="2286000"/>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以用户为中心</a:t>
            </a:r>
            <a:endPar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1936115" y="2794000"/>
            <a:ext cx="203327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始终将用户需求和痛点放在首位，这是产品设计的出发点。</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445000" y="2032000"/>
            <a:ext cx="3302000" cy="1651000"/>
          </a:xfrm>
          <a:prstGeom prst="roundRect">
            <a:avLst>
              <a:gd name="adj" fmla="val 9230"/>
            </a:avLst>
          </a:prstGeom>
          <a:solidFill>
            <a:srgbClr val="FFFFFF">
              <a:alpha val="100000"/>
            </a:srgbClr>
          </a:solidFill>
          <a:ln w="25400" cap="flat" cmpd="sng">
            <a:noFill/>
            <a:prstDash val="solid"/>
            <a:round/>
          </a:ln>
          <a:effectLst>
            <a:outerShdw blurRad="190500" dist="50800" dir="2700000" algn="tl" rotWithShape="0">
              <a:srgbClr val="2D3748">
                <a:alpha val="8000"/>
              </a:srgbClr>
            </a:outerShdw>
          </a:effectLst>
        </p:spPr>
        <p:txBody>
          <a:bodyPr vert="horz" wrap="square" lIns="63500" tIns="63500" rIns="63500" bIns="63500" rtlCol="0" anchor="ctr"/>
          <a:lstStyle/>
          <a:p>
            <a:pPr algn="ctr">
              <a:defRPr/>
            </a:pPr>
            <a:endParaRPr sz="1800"/>
          </a:p>
        </p:txBody>
      </p:sp>
      <p:sp>
        <p:nvSpPr>
          <p:cNvPr id="11" name="AutoShape 11"/>
          <p:cNvSpPr/>
          <p:nvPr/>
        </p:nvSpPr>
        <p:spPr>
          <a:xfrm>
            <a:off x="4699000" y="2349500"/>
            <a:ext cx="762000" cy="762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sz="18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76800" y="2527300"/>
            <a:ext cx="406400" cy="406400"/>
          </a:xfrm>
          <a:prstGeom prst="rect">
            <a:avLst/>
          </a:prstGeom>
        </p:spPr>
      </p:pic>
      <p:sp>
        <p:nvSpPr>
          <p:cNvPr id="13" name="AutoShape 13"/>
          <p:cNvSpPr/>
          <p:nvPr/>
        </p:nvSpPr>
        <p:spPr>
          <a:xfrm>
            <a:off x="5715000" y="2286000"/>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数据驱动决策</a:t>
            </a:r>
            <a:endPar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399405" y="2794000"/>
            <a:ext cx="2168525"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拒绝主观臆断，无论是分析还是优化，都要基于客观数据进行判断。</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128000" y="2032000"/>
            <a:ext cx="3302000" cy="1651000"/>
          </a:xfrm>
          <a:prstGeom prst="roundRect">
            <a:avLst>
              <a:gd name="adj" fmla="val 9230"/>
            </a:avLst>
          </a:prstGeom>
          <a:solidFill>
            <a:srgbClr val="FFFFFF">
              <a:alpha val="100000"/>
            </a:srgbClr>
          </a:solidFill>
          <a:ln w="25400" cap="flat" cmpd="sng">
            <a:noFill/>
            <a:prstDash val="solid"/>
            <a:round/>
          </a:ln>
          <a:effectLst>
            <a:outerShdw blurRad="190500" dist="50800" dir="2700000" algn="tl" rotWithShape="0">
              <a:srgbClr val="2D3748">
                <a:alpha val="8000"/>
              </a:srgbClr>
            </a:outerShdw>
          </a:effectLst>
        </p:spPr>
        <p:txBody>
          <a:bodyPr vert="horz" wrap="square" lIns="63500" tIns="63500" rIns="63500" bIns="63500" rtlCol="0" anchor="ctr"/>
          <a:lstStyle/>
          <a:p>
            <a:pPr algn="ctr">
              <a:defRPr/>
            </a:pPr>
            <a:endParaRPr sz="1800"/>
          </a:p>
        </p:txBody>
      </p:sp>
      <p:sp>
        <p:nvSpPr>
          <p:cNvPr id="16" name="AutoShape 16"/>
          <p:cNvSpPr/>
          <p:nvPr/>
        </p:nvSpPr>
        <p:spPr>
          <a:xfrm>
            <a:off x="8382000" y="2349500"/>
            <a:ext cx="762000" cy="762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sz="1800"/>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59800" y="2527300"/>
            <a:ext cx="406400" cy="406400"/>
          </a:xfrm>
          <a:prstGeom prst="rect">
            <a:avLst/>
          </a:prstGeom>
        </p:spPr>
      </p:pic>
      <p:sp>
        <p:nvSpPr>
          <p:cNvPr id="18" name="AutoShape 18"/>
          <p:cNvSpPr/>
          <p:nvPr/>
        </p:nvSpPr>
        <p:spPr>
          <a:xfrm>
            <a:off x="9398000" y="2286000"/>
            <a:ext cx="184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跨团队紧密协作</a:t>
            </a:r>
            <a:endPar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9093200" y="2921000"/>
            <a:ext cx="23368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产研、设计、测试、运营等多角色协同，是项目高效交付的关键。</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62000" y="3937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50800" dir="2700000" algn="tl" rotWithShape="0">
              <a:srgbClr val="2D3748">
                <a:alpha val="8000"/>
              </a:srgbClr>
            </a:outerShdw>
          </a:effectLst>
        </p:spPr>
        <p:txBody>
          <a:bodyPr vert="horz" wrap="square" lIns="63500" tIns="63500" rIns="63500" bIns="63500" rtlCol="0" anchor="ctr"/>
          <a:lstStyle/>
          <a:p>
            <a:pPr algn="ctr">
              <a:defRPr/>
            </a:pPr>
            <a:endParaRPr sz="1800"/>
          </a:p>
        </p:txBody>
      </p:sp>
      <p:sp>
        <p:nvSpPr>
          <p:cNvPr id="21" name="AutoShape 21"/>
          <p:cNvSpPr/>
          <p:nvPr/>
        </p:nvSpPr>
        <p:spPr>
          <a:xfrm>
            <a:off x="1016000" y="4191000"/>
            <a:ext cx="762000" cy="762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sz="1800"/>
          </a:p>
        </p:txBody>
      </p:sp>
      <p:pic>
        <p:nvPicPr>
          <p:cNvPr id="22" name="Picture 2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93800" y="4368800"/>
            <a:ext cx="406400" cy="406400"/>
          </a:xfrm>
          <a:prstGeom prst="rect">
            <a:avLst/>
          </a:prstGeom>
        </p:spPr>
      </p:pic>
      <p:sp>
        <p:nvSpPr>
          <p:cNvPr id="23" name="AutoShape 23"/>
          <p:cNvSpPr/>
          <p:nvPr/>
        </p:nvSpPr>
        <p:spPr>
          <a:xfrm>
            <a:off x="2032000" y="419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拥抱变化 · 持续迭代</a:t>
            </a:r>
            <a:endPar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2032000" y="4635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在快速变化的市场中保持灵活性，通过敏捷开发模式不断优化产品体验。</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223000" y="3937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50800" dir="2700000" algn="tl" rotWithShape="0">
              <a:srgbClr val="2D3748">
                <a:alpha val="8000"/>
              </a:srgbClr>
            </a:outerShdw>
          </a:effectLst>
        </p:spPr>
        <p:txBody>
          <a:bodyPr vert="horz" wrap="square" lIns="63500" tIns="63500" rIns="63500" bIns="63500" rtlCol="0" anchor="ctr"/>
          <a:lstStyle/>
          <a:p>
            <a:pPr algn="ctr">
              <a:defRPr/>
            </a:pPr>
            <a:endParaRPr sz="1800"/>
          </a:p>
        </p:txBody>
      </p:sp>
      <p:sp>
        <p:nvSpPr>
          <p:cNvPr id="26" name="AutoShape 26"/>
          <p:cNvSpPr/>
          <p:nvPr/>
        </p:nvSpPr>
        <p:spPr>
          <a:xfrm>
            <a:off x="6477000" y="4191000"/>
            <a:ext cx="762000" cy="762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sz="1800"/>
          </a:p>
        </p:txBody>
      </p:sp>
      <p:pic>
        <p:nvPicPr>
          <p:cNvPr id="27" name="Picture 2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54800" y="4368800"/>
            <a:ext cx="406400" cy="406400"/>
          </a:xfrm>
          <a:prstGeom prst="rect">
            <a:avLst/>
          </a:prstGeom>
        </p:spPr>
      </p:pic>
      <p:sp>
        <p:nvSpPr>
          <p:cNvPr id="28" name="AutoShape 28"/>
          <p:cNvSpPr/>
          <p:nvPr/>
        </p:nvSpPr>
        <p:spPr>
          <a:xfrm>
            <a:off x="7493000" y="41910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质量是产品的生命线</a:t>
            </a:r>
            <a:endPar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7493000" y="4635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建立完善的测试与验收体系，严格把控流程，确保交付高质量的产品。</a:t>
            </a:r>
            <a:endPar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nvSpPr>
        <p:spPr>
          <a:xfrm>
            <a:off x="762000" y="5588000"/>
            <a:ext cx="10668000" cy="889000"/>
          </a:xfrm>
          <a:prstGeom prst="roundRect">
            <a:avLst>
              <a:gd name="adj" fmla="val 17142"/>
            </a:avLst>
          </a:prstGeom>
          <a:solidFill>
            <a:srgbClr val="FFFFFF">
              <a:alpha val="90000"/>
            </a:srgbClr>
          </a:solidFill>
          <a:ln w="25400" cap="flat" cmpd="sng">
            <a:noFill/>
            <a:prstDash val="solid"/>
            <a:round/>
          </a:ln>
          <a:effectLst>
            <a:outerShdw blurRad="127000" dist="25400" dir="2700000" algn="tl" rotWithShape="0">
              <a:srgbClr val="000000">
                <a:alpha val="5000"/>
              </a:srgbClr>
            </a:outerShdw>
          </a:effectLst>
        </p:spPr>
        <p:txBody>
          <a:bodyPr vert="horz" wrap="square" lIns="63500" tIns="63500" rIns="63500" bIns="63500" rtlCol="0" anchor="ctr"/>
          <a:lstStyle/>
          <a:p>
            <a:pPr algn="ctr">
              <a:defRPr/>
            </a:pPr>
            <a:endParaRPr sz="1800"/>
          </a:p>
        </p:txBody>
      </p:sp>
      <p:sp>
        <p:nvSpPr>
          <p:cNvPr id="31" name="AutoShape 31"/>
          <p:cNvSpPr/>
          <p:nvPr/>
        </p:nvSpPr>
        <p:spPr>
          <a:xfrm>
            <a:off x="1016000" y="5715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2000" b="0" i="0" u="none" strike="noStrike">
                <a:solidFill>
                  <a:srgbClr val="606F82"/>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产品开发是一个充满挑战和乐趣的过程，希望大家能全面理解这些核心要素，并在未来的实践中灵活运用，打造出优秀的产品。</a:t>
            </a:r>
            <a:endParaRPr lang="en-US" sz="2000" b="0" i="0" u="none" strike="noStrike">
              <a:solidFill>
                <a:srgbClr val="606F8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nvGraphicFramePr>
        <p:xfrm>
          <a:off x="411480" y="209550"/>
          <a:ext cx="11651615" cy="6278880"/>
        </p:xfrm>
        <a:graphic>
          <a:graphicData uri="http://schemas.openxmlformats.org/drawingml/2006/table">
            <a:tbl>
              <a:tblPr/>
              <a:tblGrid>
                <a:gridCol w="2011045"/>
                <a:gridCol w="1418590"/>
                <a:gridCol w="8221980"/>
              </a:tblGrid>
              <a:tr h="386080">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岗位</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人数配置</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核心职责</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r>
              <a:tr h="721360">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项目组长</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en-US" altLang="zh-CN" sz="2000">
                          <a:latin typeface="Arial" panose="020B0604020202020204"/>
                          <a:ea typeface="等线" panose="02010600030101010101" charset="-122"/>
                        </a:rPr>
                        <a:t>1</a:t>
                      </a:r>
                      <a:r>
                        <a:rPr lang="zh-CN" sz="2000">
                          <a:latin typeface="等线" panose="02010600030101010101" charset="-122"/>
                          <a:ea typeface="等线" panose="02010600030101010101" charset="-122"/>
                        </a:rPr>
                        <a:t>人</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统筹项目进度、协调各模块接口、对接指导老师、组织团队讨论，确保项目按时完成。</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r>
              <a:tr h="946785">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需求与架构组</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en-US" altLang="zh-CN" sz="2000">
                          <a:latin typeface="Arial" panose="020B0604020202020204"/>
                          <a:ea typeface="等线" panose="02010600030101010101" charset="-122"/>
                        </a:rPr>
                        <a:t>1–2</a:t>
                      </a:r>
                      <a:r>
                        <a:rPr lang="zh-CN" sz="2000">
                          <a:latin typeface="等线" panose="02010600030101010101" charset="-122"/>
                          <a:ea typeface="等线" panose="02010600030101010101" charset="-122"/>
                        </a:rPr>
                        <a:t>人</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开展市场需求调研，撰写市场需求文档（</a:t>
                      </a:r>
                      <a:r>
                        <a:rPr lang="en-US" altLang="zh-CN" sz="2000">
                          <a:latin typeface="Arial" panose="020B0604020202020204"/>
                          <a:ea typeface="等线" panose="02010600030101010101" charset="-122"/>
                        </a:rPr>
                        <a:t>MRD</a:t>
                      </a:r>
                      <a:r>
                        <a:rPr lang="zh-CN" sz="2000">
                          <a:latin typeface="等线" panose="02010600030101010101" charset="-122"/>
                          <a:ea typeface="等线" panose="02010600030101010101" charset="-122"/>
                        </a:rPr>
                        <a:t>）、产品需求文档（</a:t>
                      </a:r>
                      <a:r>
                        <a:rPr lang="en-US" altLang="zh-CN" sz="2000">
                          <a:latin typeface="Arial" panose="020B0604020202020204"/>
                          <a:ea typeface="等线" panose="02010600030101010101" charset="-122"/>
                        </a:rPr>
                        <a:t>PRD</a:t>
                      </a:r>
                      <a:r>
                        <a:rPr lang="zh-CN" sz="2000">
                          <a:latin typeface="等线" panose="02010600030101010101" charset="-122"/>
                          <a:ea typeface="等线" panose="02010600030101010101" charset="-122"/>
                        </a:rPr>
                        <a:t>）；设计系统整体架构，划分模块，定义模块接口。</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r>
              <a:tr h="947420">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专家系统组</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en-US" altLang="zh-CN" sz="2000">
                          <a:latin typeface="Arial" panose="020B0604020202020204"/>
                          <a:ea typeface="等线" panose="02010600030101010101" charset="-122"/>
                        </a:rPr>
                        <a:t>1–2</a:t>
                      </a:r>
                      <a:r>
                        <a:rPr lang="zh-CN" sz="2000">
                          <a:latin typeface="等线" panose="02010600030101010101" charset="-122"/>
                          <a:ea typeface="等线" panose="02010600030101010101" charset="-122"/>
                        </a:rPr>
                        <a:t>人</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构建医疗知识库（症状、科室、分诊规则），基于符号主义思想设计并实现推理机，完成规则匹配、多症状加权推理功能。</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r>
              <a:tr h="1164590">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深度学习</a:t>
                      </a:r>
                      <a:r>
                        <a:rPr lang="en-US" altLang="zh-CN" sz="2000">
                          <a:latin typeface="Arial" panose="020B0604020202020204"/>
                          <a:ea typeface="等线" panose="02010600030101010101" charset="-122"/>
                        </a:rPr>
                        <a:t>/</a:t>
                      </a:r>
                      <a:r>
                        <a:rPr lang="zh-CN" sz="2000">
                          <a:latin typeface="等线" panose="02010600030101010101" charset="-122"/>
                          <a:ea typeface="等线" panose="02010600030101010101" charset="-122"/>
                        </a:rPr>
                        <a:t>算法组</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en-US" altLang="zh-CN" sz="2000">
                          <a:latin typeface="Arial" panose="020B0604020202020204"/>
                          <a:ea typeface="等线" panose="02010600030101010101" charset="-122"/>
                        </a:rPr>
                        <a:t>1–2</a:t>
                      </a:r>
                      <a:r>
                        <a:rPr lang="zh-CN" sz="2000">
                          <a:latin typeface="等线" panose="02010600030101010101" charset="-122"/>
                          <a:ea typeface="等线" panose="02010600030101010101" charset="-122"/>
                        </a:rPr>
                        <a:t>人</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处理症状文本分类任务（选用朴素贝叶斯、</a:t>
                      </a:r>
                      <a:r>
                        <a:rPr lang="en-US" altLang="zh-CN" sz="2000">
                          <a:latin typeface="Arial" panose="020B0604020202020204"/>
                          <a:ea typeface="等线" panose="02010600030101010101" charset="-122"/>
                        </a:rPr>
                        <a:t>CNN</a:t>
                      </a:r>
                      <a:r>
                        <a:rPr lang="zh-CN" sz="2000">
                          <a:latin typeface="等线" panose="02010600030101010101" charset="-122"/>
                          <a:ea typeface="等线" panose="02010600030101010101" charset="-122"/>
                        </a:rPr>
                        <a:t>、</a:t>
                      </a:r>
                      <a:r>
                        <a:rPr lang="en-US" altLang="zh-CN" sz="2000">
                          <a:latin typeface="Arial" panose="020B0604020202020204"/>
                          <a:ea typeface="等线" panose="02010600030101010101" charset="-122"/>
                        </a:rPr>
                        <a:t>LSTM</a:t>
                      </a:r>
                      <a:r>
                        <a:rPr lang="zh-CN" sz="2000">
                          <a:latin typeface="等线" panose="02010600030101010101" charset="-122"/>
                          <a:ea typeface="等线" panose="02010600030101010101" charset="-122"/>
                        </a:rPr>
                        <a:t>任一算法）；实现语音识别功能（调用</a:t>
                      </a:r>
                      <a:r>
                        <a:rPr lang="en-US" altLang="zh-CN" sz="2000">
                          <a:latin typeface="Arial" panose="020B0604020202020204"/>
                          <a:ea typeface="等线" panose="02010600030101010101" charset="-122"/>
                        </a:rPr>
                        <a:t>API</a:t>
                      </a:r>
                      <a:r>
                        <a:rPr lang="zh-CN" sz="2000">
                          <a:latin typeface="等线" panose="02010600030101010101" charset="-122"/>
                          <a:ea typeface="等线" panose="02010600030101010101" charset="-122"/>
                        </a:rPr>
                        <a:t>或搭建简易深度学习模型），辅助症状提取。</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r>
              <a:tr h="948055">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界面与交互组</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en-US" altLang="zh-CN" sz="2000">
                          <a:latin typeface="Arial" panose="020B0604020202020204"/>
                          <a:ea typeface="等线" panose="02010600030101010101" charset="-122"/>
                        </a:rPr>
                        <a:t>1–2</a:t>
                      </a:r>
                      <a:r>
                        <a:rPr lang="zh-CN" sz="2000">
                          <a:latin typeface="等线" panose="02010600030101010101" charset="-122"/>
                          <a:ea typeface="等线" panose="02010600030101010101" charset="-122"/>
                        </a:rPr>
                        <a:t>人</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使用</a:t>
                      </a:r>
                      <a:r>
                        <a:rPr lang="en-US" altLang="zh-CN" sz="2000">
                          <a:latin typeface="Arial" panose="020B0604020202020204"/>
                          <a:ea typeface="等线" panose="02010600030101010101" charset="-122"/>
                        </a:rPr>
                        <a:t>Python Tkinter/PyQt</a:t>
                      </a:r>
                      <a:r>
                        <a:rPr lang="zh-CN" sz="2000">
                          <a:latin typeface="等线" panose="02010600030101010101" charset="-122"/>
                          <a:ea typeface="等线" panose="02010600030101010101" charset="-122"/>
                        </a:rPr>
                        <a:t>开发</a:t>
                      </a:r>
                      <a:r>
                        <a:rPr lang="en-US" altLang="zh-CN" sz="2000">
                          <a:latin typeface="Arial" panose="020B0604020202020204"/>
                          <a:ea typeface="等线" panose="02010600030101010101" charset="-122"/>
                        </a:rPr>
                        <a:t>GUI</a:t>
                      </a:r>
                      <a:r>
                        <a:rPr lang="zh-CN" sz="2000">
                          <a:latin typeface="等线" panose="02010600030101010101" charset="-122"/>
                          <a:ea typeface="等线" panose="02010600030101010101" charset="-122"/>
                        </a:rPr>
                        <a:t>界面，实现语音采集、结果展示、楼层引导等交互功能，确保界面简洁、操作便捷。</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r>
              <a:tr h="1164590">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测试与文档组</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en-US" altLang="zh-CN" sz="2000">
                          <a:latin typeface="Arial" panose="020B0604020202020204"/>
                          <a:ea typeface="等线" panose="02010600030101010101" charset="-122"/>
                        </a:rPr>
                        <a:t>1</a:t>
                      </a:r>
                      <a:r>
                        <a:rPr lang="zh-CN" sz="2000">
                          <a:latin typeface="等线" panose="02010600030101010101" charset="-122"/>
                          <a:ea typeface="等线" panose="02010600030101010101" charset="-122"/>
                        </a:rPr>
                        <a:t>人</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c>
                  <a:txBody>
                    <a:bodyPr/>
                    <a:p>
                      <a:pPr marL="0" indent="0" algn="l">
                        <a:lnSpc>
                          <a:spcPct val="120000"/>
                        </a:lnSpc>
                        <a:spcBef>
                          <a:spcPts val="600"/>
                        </a:spcBef>
                        <a:spcAft>
                          <a:spcPts val="600"/>
                        </a:spcAft>
                      </a:pPr>
                      <a:r>
                        <a:rPr lang="zh-CN" sz="2000">
                          <a:latin typeface="等线" panose="02010600030101010101" charset="-122"/>
                          <a:ea typeface="等线" panose="02010600030101010101" charset="-122"/>
                        </a:rPr>
                        <a:t>设计测试用例，开展功能测试、准确率测试、异常用例测试；记录</a:t>
                      </a:r>
                      <a:r>
                        <a:rPr lang="en-US" altLang="zh-CN" sz="2000">
                          <a:latin typeface="Arial" panose="020B0604020202020204"/>
                          <a:ea typeface="等线" panose="02010600030101010101" charset="-122"/>
                        </a:rPr>
                        <a:t>BUG</a:t>
                      </a:r>
                      <a:r>
                        <a:rPr lang="zh-CN" sz="2000">
                          <a:latin typeface="等线" panose="02010600030101010101" charset="-122"/>
                          <a:ea typeface="等线" panose="02010600030101010101" charset="-122"/>
                        </a:rPr>
                        <a:t>并跟踪优化；撰写课程设计说明书、系统使用说明书等全套文档。</a:t>
                      </a:r>
                      <a:endParaRPr lang="zh-CN" sz="2000">
                        <a:latin typeface="等线" panose="02010600030101010101" charset="-122"/>
                        <a:ea typeface="等线" panose="02010600030101010101" charset="-122"/>
                      </a:endParaRPr>
                    </a:p>
                  </a:txBody>
                  <a:tcPr marL="76200" marR="76200" marT="38100" marB="19050" anchor="ctr" anchorCtr="0">
                    <a:lnL w="9525" cap="flat" cmpd="sng">
                      <a:solidFill>
                        <a:srgbClr val="DEE0E3"/>
                      </a:solidFill>
                      <a:prstDash val="solid"/>
                      <a:headEnd type="none" w="med" len="med"/>
                      <a:tailEnd type="none" w="med" len="med"/>
                    </a:lnL>
                    <a:lnR w="9525" cap="flat" cmpd="sng">
                      <a:solidFill>
                        <a:srgbClr val="DEE0E3"/>
                      </a:solidFill>
                      <a:prstDash val="solid"/>
                      <a:headEnd type="none" w="med" len="med"/>
                      <a:tailEnd type="none" w="med" len="med"/>
                    </a:lnR>
                    <a:lnT w="9525" cap="flat" cmpd="sng">
                      <a:solidFill>
                        <a:srgbClr val="DEE0E3"/>
                      </a:solidFill>
                      <a:prstDash val="solid"/>
                      <a:headEnd type="none" w="med" len="med"/>
                      <a:tailEnd type="none" w="med" len="med"/>
                    </a:lnT>
                    <a:lnB w="9525" cap="flat" cmpd="sng">
                      <a:solidFill>
                        <a:srgbClr val="DEE0E3"/>
                      </a:solidFill>
                      <a:prstDash val="solid"/>
                      <a:headEnd type="none" w="med" len="med"/>
                      <a:tailEnd type="none" w="med" len="med"/>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032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Q&amp;A</a:t>
            </a:r>
            <a:endParaRPr lang="en-US" sz="1100"/>
          </a:p>
        </p:txBody>
      </p:sp>
      <p:sp>
        <p:nvSpPr>
          <p:cNvPr id="4" name="AutoShape 4"/>
          <p:cNvSpPr/>
          <p:nvPr/>
        </p:nvSpPr>
        <p:spPr>
          <a:xfrm>
            <a:off x="0" y="3175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感谢观看</a:t>
            </a:r>
            <a:endParaRPr lang="en-US" sz="1100"/>
          </a:p>
        </p:txBody>
      </p:sp>
      <p:sp>
        <p:nvSpPr>
          <p:cNvPr id="5" name="AutoShape 5"/>
          <p:cNvSpPr/>
          <p:nvPr/>
        </p:nvSpPr>
        <p:spPr>
          <a:xfrm>
            <a:off x="0" y="4826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WATCHING</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66.75,&quot;left&quot;:25.35,&quot;top&quot;:150,&quot;width&quot;:916.55}"/>
</p:tagLst>
</file>

<file path=ppt/tags/tag2.xml><?xml version="1.0" encoding="utf-8"?>
<p:tagLst xmlns:p="http://schemas.openxmlformats.org/presentationml/2006/main">
  <p:tag name="KSO_WM_DIAGRAM_VIRTUALLY_FRAME" val="{&quot;height&quot;:366.75,&quot;left&quot;:25.35,&quot;top&quot;:150,&quot;width&quot;:916.55}"/>
</p:tagLst>
</file>

<file path=ppt/tags/tag3.xml><?xml version="1.0" encoding="utf-8"?>
<p:tagLst xmlns:p="http://schemas.openxmlformats.org/presentationml/2006/main">
  <p:tag name="KSO_WM_DIAGRAM_VIRTUALLY_FRAME" val="{&quot;height&quot;:366.75,&quot;left&quot;:25.35,&quot;top&quot;:150,&quot;width&quot;:916.55}"/>
</p:tagLst>
</file>

<file path=ppt/tags/tag4.xml><?xml version="1.0" encoding="utf-8"?>
<p:tagLst xmlns:p="http://schemas.openxmlformats.org/presentationml/2006/main">
  <p:tag name="KSO_WM_DIAGRAM_VIRTUALLY_FRAME" val="{&quot;height&quot;:366.75,&quot;left&quot;:25.35,&quot;top&quot;:150,&quot;width&quot;:916.55}"/>
</p:tagLst>
</file>

<file path=ppt/tags/tag5.xml><?xml version="1.0" encoding="utf-8"?>
<p:tagLst xmlns:p="http://schemas.openxmlformats.org/presentationml/2006/main">
  <p:tag name="KSO_WM_DIAGRAM_VIRTUALLY_FRAME" val="{&quot;height&quot;:366.75,&quot;left&quot;:25.35,&quot;top&quot;:150,&quot;width&quot;:916.55}"/>
</p:tagLst>
</file>

<file path=ppt/tags/tag6.xml><?xml version="1.0" encoding="utf-8"?>
<p:tagLst xmlns:p="http://schemas.openxmlformats.org/presentationml/2006/main">
  <p:tag name="KSO_WM_DIAGRAM_VIRTUALLY_FRAME" val="{&quot;height&quot;:366.75,&quot;left&quot;:25.35,&quot;top&quot;:150,&quot;width&quot;:916.55}"/>
</p:tagLst>
</file>

<file path=ppt/tags/tag7.xml><?xml version="1.0" encoding="utf-8"?>
<p:tagLst xmlns:p="http://schemas.openxmlformats.org/presentationml/2006/main">
  <p:tag name="KSO_WM_DIAGRAM_VIRTUALLY_FRAME" val="{&quot;height&quot;:366.75,&quot;left&quot;:25.35,&quot;top&quot;:150,&quot;width&quot;:916.55}"/>
</p:tagLst>
</file>

<file path=ppt/tags/tag8.xml><?xml version="1.0" encoding="utf-8"?>
<p:tagLst xmlns:p="http://schemas.openxmlformats.org/presentationml/2006/main">
  <p:tag name="KSO_WM_DIAGRAM_VIRTUALLY_FRAME" val="{&quot;height&quot;:366.75,&quot;left&quot;:25.35,&quot;top&quot;:150,&quot;width&quot;:916.55}"/>
</p:tagLst>
</file>

<file path=ppt/tags/tag9.xml><?xml version="1.0" encoding="utf-8"?>
<p:tagLst xmlns:p="http://schemas.openxmlformats.org/presentationml/2006/main">
  <p:tag name="KSO_WM_DIAGRAM_VIRTUALLY_FRAME" val="{&quot;height&quot;:366.75,&quot;left&quot;:25.35,&quot;top&quot;:150,&quot;width&quot;:916.55}"/>
</p:tagLst>
</file>

<file path=ppt/tags/tag10.xml><?xml version="1.0" encoding="utf-8"?>
<p:tagLst xmlns:p="http://schemas.openxmlformats.org/presentationml/2006/main">
  <p:tag name="KSO_WM_DIAGRAM_VIRTUALLY_FRAME" val="{&quot;height&quot;:366.75,&quot;left&quot;:25.35,&quot;top&quot;:150,&quot;width&quot;:916.55}"/>
</p:tagLst>
</file>

<file path=ppt/tags/tag11.xml><?xml version="1.0" encoding="utf-8"?>
<p:tagLst xmlns:p="http://schemas.openxmlformats.org/presentationml/2006/main">
  <p:tag name="KSO_WM_DIAGRAM_VIRTUALLY_FRAME" val="{&quot;height&quot;:366.75,&quot;left&quot;:25.35,&quot;top&quot;:150,&quot;width&quot;:916.55}"/>
</p:tagLst>
</file>

<file path=ppt/tags/tag12.xml><?xml version="1.0" encoding="utf-8"?>
<p:tagLst xmlns:p="http://schemas.openxmlformats.org/presentationml/2006/main">
  <p:tag name="KSO_WM_DIAGRAM_VIRTUALLY_FRAME" val="{&quot;height&quot;:366.75,&quot;left&quot;:25.35,&quot;top&quot;:150,&quot;width&quot;:916.55}"/>
</p:tagLst>
</file>

<file path=ppt/tags/tag13.xml><?xml version="1.0" encoding="utf-8"?>
<p:tagLst xmlns:p="http://schemas.openxmlformats.org/presentationml/2006/main">
  <p:tag name="KSO_WM_DIAGRAM_VIRTUALLY_FRAME" val="{&quot;height&quot;:366.75,&quot;left&quot;:25.35,&quot;top&quot;:150,&quot;width&quot;:916.55}"/>
</p:tagLst>
</file>

<file path=ppt/tags/tag14.xml><?xml version="1.0" encoding="utf-8"?>
<p:tagLst xmlns:p="http://schemas.openxmlformats.org/presentationml/2006/main">
  <p:tag name="KSO_WM_DIAGRAM_VIRTUALLY_FRAME" val="{&quot;height&quot;:366.75,&quot;left&quot;:25.35,&quot;top&quot;:150,&quot;width&quot;:916.55}"/>
</p:tagLst>
</file>

<file path=ppt/tags/tag15.xml><?xml version="1.0" encoding="utf-8"?>
<p:tagLst xmlns:p="http://schemas.openxmlformats.org/presentationml/2006/main">
  <p:tag name="KSO_WM_DIAGRAM_VIRTUALLY_FRAME" val="{&quot;height&quot;:366.75,&quot;left&quot;:25.35,&quot;top&quot;:150,&quot;width&quot;:916.55}"/>
</p:tagLst>
</file>

<file path=ppt/tags/tag16.xml><?xml version="1.0" encoding="utf-8"?>
<p:tagLst xmlns:p="http://schemas.openxmlformats.org/presentationml/2006/main">
  <p:tag name="KSO_WM_DIAGRAM_VIRTUALLY_FRAME" val="{&quot;height&quot;:358.85,&quot;left&quot;:30.35,&quot;top&quot;:92.8,&quot;width&quot;:905.05}"/>
</p:tagLst>
</file>

<file path=ppt/tags/tag17.xml><?xml version="1.0" encoding="utf-8"?>
<p:tagLst xmlns:p="http://schemas.openxmlformats.org/presentationml/2006/main">
  <p:tag name="KSO_WM_DIAGRAM_VIRTUALLY_FRAME" val="{&quot;height&quot;:358.85,&quot;left&quot;:30.35,&quot;top&quot;:92.8,&quot;width&quot;:905.05}"/>
</p:tagLst>
</file>

<file path=ppt/tags/tag18.xml><?xml version="1.0" encoding="utf-8"?>
<p:tagLst xmlns:p="http://schemas.openxmlformats.org/presentationml/2006/main">
  <p:tag name="KSO_WM_DIAGRAM_VIRTUALLY_FRAME" val="{&quot;height&quot;:358.85,&quot;left&quot;:30.35,&quot;top&quot;:92.8,&quot;width&quot;:905.05}"/>
</p:tagLst>
</file>

<file path=ppt/tags/tag19.xml><?xml version="1.0" encoding="utf-8"?>
<p:tagLst xmlns:p="http://schemas.openxmlformats.org/presentationml/2006/main">
  <p:tag name="KSO_WM_DIAGRAM_VIRTUALLY_FRAME" val="{&quot;height&quot;:358.85,&quot;left&quot;:30.35,&quot;top&quot;:92.8,&quot;width&quot;:905.05}"/>
</p:tagLst>
</file>

<file path=ppt/tags/tag20.xml><?xml version="1.0" encoding="utf-8"?>
<p:tagLst xmlns:p="http://schemas.openxmlformats.org/presentationml/2006/main">
  <p:tag name="KSO_WM_DIAGRAM_VIRTUALLY_FRAME" val="{&quot;height&quot;:358.85,&quot;left&quot;:30.35,&quot;top&quot;:92.8,&quot;width&quot;:905.05}"/>
</p:tagLst>
</file>

<file path=ppt/tags/tag21.xml><?xml version="1.0" encoding="utf-8"?>
<p:tagLst xmlns:p="http://schemas.openxmlformats.org/presentationml/2006/main">
  <p:tag name="KSO_WM_DIAGRAM_VIRTUALLY_FRAME" val="{&quot;height&quot;:358.85,&quot;left&quot;:30.35,&quot;top&quot;:92.8,&quot;width&quot;:905.05}"/>
</p:tagLst>
</file>

<file path=ppt/tags/tag22.xml><?xml version="1.0" encoding="utf-8"?>
<p:tagLst xmlns:p="http://schemas.openxmlformats.org/presentationml/2006/main">
  <p:tag name="KSO_WM_DIAGRAM_VIRTUALLY_FRAME" val="{&quot;height&quot;:358.85,&quot;left&quot;:30.35,&quot;top&quot;:92.8,&quot;width&quot;:905.05}"/>
</p:tagLst>
</file>

<file path=ppt/tags/tag23.xml><?xml version="1.0" encoding="utf-8"?>
<p:tagLst xmlns:p="http://schemas.openxmlformats.org/presentationml/2006/main">
  <p:tag name="KSO_WM_DIAGRAM_VIRTUALLY_FRAME" val="{&quot;height&quot;:358.85,&quot;left&quot;:30.35,&quot;top&quot;:92.8,&quot;width&quot;:905.05}"/>
</p:tagLst>
</file>

<file path=ppt/tags/tag24.xml><?xml version="1.0" encoding="utf-8"?>
<p:tagLst xmlns:p="http://schemas.openxmlformats.org/presentationml/2006/main">
  <p:tag name="KSO_WM_DIAGRAM_VIRTUALLY_FRAME" val="{&quot;height&quot;:358.85,&quot;left&quot;:30.35,&quot;top&quot;:92.8,&quot;width&quot;:905.05}"/>
</p:tagLst>
</file>

<file path=ppt/tags/tag25.xml><?xml version="1.0" encoding="utf-8"?>
<p:tagLst xmlns:p="http://schemas.openxmlformats.org/presentationml/2006/main">
  <p:tag name="KSO_WM_DIAGRAM_VIRTUALLY_FRAME" val="{&quot;height&quot;:358.85,&quot;left&quot;:30.35,&quot;top&quot;:92.8,&quot;width&quot;:905.05}"/>
</p:tagLst>
</file>

<file path=ppt/tags/tag26.xml><?xml version="1.0" encoding="utf-8"?>
<p:tagLst xmlns:p="http://schemas.openxmlformats.org/presentationml/2006/main">
  <p:tag name="KSO_WM_DIAGRAM_VIRTUALLY_FRAME" val="{&quot;height&quot;:358.85,&quot;left&quot;:30.35,&quot;top&quot;:92.8,&quot;width&quot;:905.05}"/>
</p:tagLst>
</file>

<file path=ppt/tags/tag27.xml><?xml version="1.0" encoding="utf-8"?>
<p:tagLst xmlns:p="http://schemas.openxmlformats.org/presentationml/2006/main">
  <p:tag name="KSO_WM_DIAGRAM_VIRTUALLY_FRAME" val="{&quot;height&quot;:358.85,&quot;left&quot;:30.35,&quot;top&quot;:92.8,&quot;width&quot;:905.05}"/>
</p:tagLst>
</file>

<file path=ppt/tags/tag28.xml><?xml version="1.0" encoding="utf-8"?>
<p:tagLst xmlns:p="http://schemas.openxmlformats.org/presentationml/2006/main">
  <p:tag name="KSO_WM_DIAGRAM_VIRTUALLY_FRAME" val="{&quot;height&quot;:213.1,&quot;left&quot;:696.9,&quot;top&quot;:180,&quot;width&quot;:230}"/>
</p:tagLst>
</file>

<file path=ppt/tags/tag29.xml><?xml version="1.0" encoding="utf-8"?>
<p:tagLst xmlns:p="http://schemas.openxmlformats.org/presentationml/2006/main">
  <p:tag name="KSO_WM_DIAGRAM_VIRTUALLY_FRAME" val="{&quot;height&quot;:213.1,&quot;left&quot;:696.9,&quot;top&quot;:180,&quot;width&quot;:230}"/>
</p:tagLst>
</file>

<file path=ppt/tags/tag30.xml><?xml version="1.0" encoding="utf-8"?>
<p:tagLst xmlns:p="http://schemas.openxmlformats.org/presentationml/2006/main">
  <p:tag name="KSO_WM_DIAGRAM_VIRTUALLY_FRAME" val="{&quot;height&quot;:213.1,&quot;left&quot;:696.9,&quot;top&quot;:180,&quot;width&quot;:230}"/>
</p:tagLst>
</file>

<file path=ppt/tags/tag31.xml><?xml version="1.0" encoding="utf-8"?>
<p:tagLst xmlns:p="http://schemas.openxmlformats.org/presentationml/2006/main">
  <p:tag name="KSO_WM_DIAGRAM_VIRTUALLY_FRAME" val="{&quot;height&quot;:213.1,&quot;left&quot;:696.9,&quot;top&quot;:180,&quot;width&quot;:230}"/>
</p:tagLst>
</file>

<file path=ppt/tags/tag32.xml><?xml version="1.0" encoding="utf-8"?>
<p:tagLst xmlns:p="http://schemas.openxmlformats.org/presentationml/2006/main">
  <p:tag name="KSO_WM_DIAGRAM_VIRTUALLY_FRAME" val="{&quot;height&quot;:213.1,&quot;left&quot;:696.9,&quot;top&quot;:180,&quot;width&quot;:230}"/>
</p:tagLst>
</file>

<file path=ppt/tags/tag33.xml><?xml version="1.0" encoding="utf-8"?>
<p:tagLst xmlns:p="http://schemas.openxmlformats.org/presentationml/2006/main">
  <p:tag name="KSO_WM_DIAGRAM_VIRTUALLY_FRAME" val="{&quot;height&quot;:213.1,&quot;left&quot;:696.9,&quot;top&quot;:180,&quot;width&quot;:230}"/>
</p:tagLst>
</file>

<file path=ppt/tags/tag34.xml><?xml version="1.0" encoding="utf-8"?>
<p:tagLst xmlns:p="http://schemas.openxmlformats.org/presentationml/2006/main">
  <p:tag name="KSO_WM_DIAGRAM_VIRTUALLY_FRAME" val="{&quot;height&quot;:244,&quot;left&quot;:359.55,&quot;top&quot;:146,&quot;width&quot;:555.35}"/>
</p:tagLst>
</file>

<file path=ppt/tags/tag35.xml><?xml version="1.0" encoding="utf-8"?>
<p:tagLst xmlns:p="http://schemas.openxmlformats.org/presentationml/2006/main">
  <p:tag name="KSO_WM_DIAGRAM_VIRTUALLY_FRAME" val="{&quot;height&quot;:244,&quot;left&quot;:359.55,&quot;top&quot;:146,&quot;width&quot;:555.35}"/>
</p:tagLst>
</file>

<file path=ppt/tags/tag36.xml><?xml version="1.0" encoding="utf-8"?>
<p:tagLst xmlns:p="http://schemas.openxmlformats.org/presentationml/2006/main">
  <p:tag name="KSO_WM_DIAGRAM_VIRTUALLY_FRAME" val="{&quot;height&quot;:244,&quot;left&quot;:359.55,&quot;top&quot;:146,&quot;width&quot;:555.35}"/>
</p:tagLst>
</file>

<file path=ppt/tags/tag37.xml><?xml version="1.0" encoding="utf-8"?>
<p:tagLst xmlns:p="http://schemas.openxmlformats.org/presentationml/2006/main">
  <p:tag name="KSO_WM_DIAGRAM_VIRTUALLY_FRAME" val="{&quot;height&quot;:244,&quot;left&quot;:359.55,&quot;top&quot;:146,&quot;width&quot;:555.35}"/>
</p:tagLst>
</file>

<file path=ppt/tags/tag38.xml><?xml version="1.0" encoding="utf-8"?>
<p:tagLst xmlns:p="http://schemas.openxmlformats.org/presentationml/2006/main">
  <p:tag name="KSO_WM_DIAGRAM_VIRTUALLY_FRAME" val="{&quot;height&quot;:244,&quot;left&quot;:359.55,&quot;top&quot;:146,&quot;width&quot;:555.35}"/>
</p:tagLst>
</file>

<file path=ppt/tags/tag39.xml><?xml version="1.0" encoding="utf-8"?>
<p:tagLst xmlns:p="http://schemas.openxmlformats.org/presentationml/2006/main">
  <p:tag name="KSO_WM_DIAGRAM_VIRTUALLY_FRAME" val="{&quot;height&quot;:244,&quot;left&quot;:359.55,&quot;top&quot;:146,&quot;width&quot;:555.35}"/>
</p:tagLst>
</file>

<file path=ppt/tags/tag40.xml><?xml version="1.0" encoding="utf-8"?>
<p:tagLst xmlns:p="http://schemas.openxmlformats.org/presentationml/2006/main">
  <p:tag name="KSO_WM_DIAGRAM_VIRTUALLY_FRAME" val="{&quot;height&quot;:244,&quot;left&quot;:359.55,&quot;top&quot;:146,&quot;width&quot;:555.35}"/>
</p:tagLst>
</file>

<file path=ppt/tags/tag41.xml><?xml version="1.0" encoding="utf-8"?>
<p:tagLst xmlns:p="http://schemas.openxmlformats.org/presentationml/2006/main">
  <p:tag name="KSO_WM_DIAGRAM_VIRTUALLY_FRAME" val="{&quot;height&quot;:244,&quot;left&quot;:359.55,&quot;top&quot;:146,&quot;width&quot;:555.35}"/>
</p:tagLst>
</file>

<file path=ppt/tags/tag42.xml><?xml version="1.0" encoding="utf-8"?>
<p:tagLst xmlns:p="http://schemas.openxmlformats.org/presentationml/2006/main">
  <p:tag name="KSO_WM_DIAGRAM_VIRTUALLY_FRAME" val="{&quot;height&quot;:244,&quot;left&quot;:359.55,&quot;top&quot;:146,&quot;width&quot;:555.3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3001</Words>
  <Application>WPS 演示</Application>
  <PresentationFormat/>
  <Paragraphs>328</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15</vt:i4>
      </vt:variant>
    </vt:vector>
  </HeadingPairs>
  <TitlesOfParts>
    <vt:vector size="26" baseType="lpstr">
      <vt:lpstr>Arial</vt:lpstr>
      <vt:lpstr>宋体</vt:lpstr>
      <vt:lpstr>Wingdings</vt:lpstr>
      <vt:lpstr>Arial</vt:lpstr>
      <vt:lpstr>Noto Sans SC</vt:lpstr>
      <vt:lpstr>Verdana</vt:lpstr>
      <vt:lpstr>等线</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杨志伟</cp:lastModifiedBy>
  <cp:revision>8</cp:revision>
  <dcterms:created xsi:type="dcterms:W3CDTF">2026-04-15T23:40:00Z</dcterms:created>
  <dcterms:modified xsi:type="dcterms:W3CDTF">2026-04-20T01:38:23Z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0DEB03F5C7E741A6BD5149AA020F8C15_13</vt:lpwstr>
  </property>
  <property fmtid="{D5CDD505-2E9C-101B-9397-08002B2CF9AE}" pid="3" name="KSOProductBuildVer">
    <vt:lpwstr>2052-12.1.0.25865</vt:lpwstr>
  </property>
</Properties>
</file>